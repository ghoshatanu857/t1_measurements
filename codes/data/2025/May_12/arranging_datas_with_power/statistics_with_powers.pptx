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6BB38-1443-4CA2-B855-82742440F56E}" v="1" dt="2025-07-28T06:08:33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spin Lab" userId="97667f051c2df3a9" providerId="LiveId" clId="{EC76BB38-1443-4CA2-B855-82742440F56E}"/>
    <pc:docChg chg="addSld modSld">
      <pc:chgData name="Qspin Lab" userId="97667f051c2df3a9" providerId="LiveId" clId="{EC76BB38-1443-4CA2-B855-82742440F56E}" dt="2025-07-28T06:08:33.848" v="0"/>
      <pc:docMkLst>
        <pc:docMk/>
      </pc:docMkLst>
      <pc:sldChg chg="add">
        <pc:chgData name="Qspin Lab" userId="97667f051c2df3a9" providerId="LiveId" clId="{EC76BB38-1443-4CA2-B855-82742440F56E}" dt="2025-07-28T06:08:33.848" v="0"/>
        <pc:sldMkLst>
          <pc:docMk/>
          <pc:sldMk cId="3113036647" sldId="258"/>
        </pc:sldMkLst>
      </pc:sldChg>
      <pc:sldChg chg="add">
        <pc:chgData name="Qspin Lab" userId="97667f051c2df3a9" providerId="LiveId" clId="{EC76BB38-1443-4CA2-B855-82742440F56E}" dt="2025-07-28T06:08:33.848" v="0"/>
        <pc:sldMkLst>
          <pc:docMk/>
          <pc:sldMk cId="1380856741" sldId="259"/>
        </pc:sldMkLst>
      </pc:sldChg>
      <pc:sldChg chg="add">
        <pc:chgData name="Qspin Lab" userId="97667f051c2df3a9" providerId="LiveId" clId="{EC76BB38-1443-4CA2-B855-82742440F56E}" dt="2025-07-28T06:08:33.848" v="0"/>
        <pc:sldMkLst>
          <pc:docMk/>
          <pc:sldMk cId="3704894574" sldId="260"/>
        </pc:sldMkLst>
      </pc:sldChg>
      <pc:sldChg chg="add">
        <pc:chgData name="Qspin Lab" userId="97667f051c2df3a9" providerId="LiveId" clId="{EC76BB38-1443-4CA2-B855-82742440F56E}" dt="2025-07-28T06:08:33.848" v="0"/>
        <pc:sldMkLst>
          <pc:docMk/>
          <pc:sldMk cId="925765398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7E7E-0491-600D-3B70-85092D576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CD27-D033-DB4A-B44E-6521C328D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A920F-B2B2-B451-30C0-AFEDAB50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BFE33-6C84-BA5D-8976-9ED46150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66CD8-DD39-CF99-A45A-C6611B1A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49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F5FC-B9A5-A5D4-2927-F8094EC4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C409-F7C4-1098-74FD-3EAF05AE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07CA-F36A-3692-DE11-2D394561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1E98-65D1-C8F9-B714-44713DBE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3584F-3D2D-B980-DC40-926980A4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65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745D-0DCD-35F3-05BA-7B1C2735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34FC0-A50E-0FAF-63BE-2A97FDD83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B2D2-8908-E20C-5266-ACD62448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CA4AD-7C13-040A-479A-2C8B41AE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B105C-828B-89C9-BA24-94F5508A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64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BD67-3008-EFC8-ECEA-6218CE3A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6A23-E5B7-0CEE-5CCA-F7B181E00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81523-9D82-AA99-89AC-20B8F72F0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2F546-5908-BE4F-F76C-C412BC07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C90C5-8484-8724-A365-FCF5B001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A54D6-EA66-BB8B-771F-5C85EA64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5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21D9-D66C-0284-3CD6-E6D4B9F5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B5D34-CB36-6E02-E594-8673412B2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3E8AA-E680-8DFD-CA85-D30DFE446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B4B54-C475-310D-FF0D-83204200D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6234B-B3E2-5584-8BAD-008750462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F9E36-91C5-902A-9E0F-3549AA60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09663-9A6C-270D-2569-158BAD25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452AC-9A70-8E5A-DEEE-95499CC8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1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69C2-D509-9B8D-F81C-BD027644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90F0E-9349-601E-4598-95E877E9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F35D9-A50E-8F83-8E92-406F9B76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E17F2-CC46-DAEF-98C7-1344E98F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89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EA835-CE34-30C1-A388-E4F5F018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003A7-79B8-AD4B-6DAE-F349DDBC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03000-348C-F33B-EB8D-13C460C1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5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C8FF-D2BB-77B7-72FD-CBA96C10A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C650-53CC-6D5F-DAFE-7690DFC06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4B726-328E-0BCE-B25A-C94E30B23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614C8-C601-DA77-81EF-392A3F80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B3745-36C2-B81A-2286-0E661069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69B1F-733E-C97D-22A8-91F989FF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4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E22E-043A-38C3-A366-441DB57B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705C2-9041-9194-F053-60B324470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48118-5289-AB7A-FE5D-452DA98DA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EE6DF-E56A-A7BF-B628-D3B29EBD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8A5F2-C0D2-3D38-8DA5-48D75789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D825B-DC74-6C0D-C8F8-B5D6B201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5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8B85-1657-54D4-5E01-9A468DB3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2C47F-CBAB-ED76-C555-7FB5B0BD9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D9415-0459-DC0E-7D91-2EC9D45E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72E9B-F36D-F3FE-F8BD-85FC235C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A997-6A94-6456-A3CE-770DA47F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8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35B54-1139-A763-6F60-FE4DACA1B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4B654-DC29-0FF0-D2FD-6F4003D7D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480D8-5CCC-A33D-E68B-076A9E6F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77246-9834-F47C-6E9B-C3B02C27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6C8D-F210-9927-BBF9-B9966106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16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0633B-007A-16D7-0573-A04FF33E6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941D-FF61-D150-9058-4975DF55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83DA-81E1-7AC8-7E1C-1105193A6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93589-6773-40FD-BFE1-FA9DA81A768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184C3-E11F-ECAE-B901-CA14F5F4D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B719-2C5B-9BAC-B728-2A7009D56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047" y="167162"/>
            <a:ext cx="4471853" cy="33538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43" y="3521052"/>
            <a:ext cx="4289898" cy="32174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2" y="0"/>
            <a:ext cx="4439055" cy="33292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638" y="3329291"/>
            <a:ext cx="4439055" cy="332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3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10" y="88174"/>
            <a:ext cx="4452025" cy="33390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378" y="3427193"/>
            <a:ext cx="4263957" cy="31979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66" y="-5456"/>
            <a:ext cx="4701702" cy="35262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425" y="3587667"/>
            <a:ext cx="4360444" cy="327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6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Qspin Lab</dc:creator>
  <cp:lastModifiedBy>Atanu</cp:lastModifiedBy>
  <cp:revision>3</cp:revision>
  <cp:lastPrinted>2025-07-26T11:48:31Z</cp:lastPrinted>
  <dcterms:created xsi:type="dcterms:W3CDTF">2025-07-26T11:41:26Z</dcterms:created>
  <dcterms:modified xsi:type="dcterms:W3CDTF">2025-07-30T11:01:38Z</dcterms:modified>
</cp:coreProperties>
</file>