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1485-EB6E-7C42-B739-E6897054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6C4E8-A807-2CCE-5963-9351B0E8B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FE42E-581F-006A-9FB4-86AA848D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8E75-29FD-90C8-EEFF-C4323DFF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7FA2-A7EA-7116-F19C-6F33264D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7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168D-C725-00D1-6EC8-57ACB36D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9135-F171-1223-CC0A-4C111E85A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71BB6-CE5F-E908-57A6-E7C65631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B4257-B259-1BD7-2868-B23E4314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051DF-60F4-4FC8-6C13-95A4657C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3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92A8-1679-6837-AC6A-F4CA0377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846F3-520A-47B5-73B3-18611FF03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A44C-C03E-CA8B-B8D3-5656E3D7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BA5CF-191D-58C8-C497-6690456B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02AB0-049E-E973-B8E5-B701A581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9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E44A-70D1-C9C5-0FB0-9086E561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0310C-9471-67E3-6385-9D76D3DF4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B329C-1F7A-FAFC-F1C1-D68273615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6F224-D06F-FA45-EF82-7039150C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ECB40-E67A-819D-2F79-4408F82E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8AAA2-09F0-3111-2060-2877B45D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3BF9-30DD-F1FC-4C70-33DB8055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23A20-7257-A97A-B51C-A1653D8B9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C29CE-37AB-CA4C-EDFB-5BB42249F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123D8-EC56-994F-7456-DFDF6EDF0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D3DC4-38FB-ABC5-EB74-1E728D53C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218C1-3F9A-04C4-55E9-35EAE542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04EF4-8A4B-0989-88D9-739FBE7A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91B9E-60AB-684F-3683-7D0EA822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4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BA17-4818-786B-E5A8-119A24E2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C51C1-20CB-5EB6-408E-7E057C7A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B8C1A-3C03-F435-41AC-35AA3B0D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1BC1D-B9D5-4A2D-F958-35C30CE7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1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585EF-EE59-9D31-82A7-1EC34D79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2221B-14E9-8716-146E-F844855C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ACA9B-DE63-85A7-F211-CFF02B1F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6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644C-526B-8E95-DB1D-BE9CC5C3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9667B-5B52-C6FC-65D5-CBDB58035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82EA7-35A2-07EE-A9EB-ABB61D539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99459-CAB3-160A-EA68-597D326B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BA11B-AF1D-02C5-ABB9-1B950685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DC565-184B-22DE-3E7A-57DA19A8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9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CF10-27FD-1289-2B7A-279CE908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3D16A-911C-843B-4953-420BD073B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7D15A-B5BA-88AB-645F-15B9A3FFF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21F67-C802-E433-045D-ABF1406E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AC009-F0E0-07C7-9BD6-74CE3B813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7B7F1-0AFF-788D-D814-D1622736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6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E18C-EF44-1D57-3C2A-1B125D67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8CC4E-7534-E69E-8625-3A0276A83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175C5-4859-B189-8274-38EC1D37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053ED-B51E-8362-20EF-F2DC401D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D9DB-9D87-1AB7-6720-C972ECCCA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0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2592-EB6E-967D-D03C-BE6DA5AB7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CBE2B-3794-3D3C-FB35-69A66E67D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DF0DB-B3F2-9E5F-57E9-BD03D5F1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B739-DD58-6D92-7F19-E06014EA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F595E-83E1-B5E4-6956-EB55244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6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A22F0-A52F-1C92-7251-F8CC46A2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6A792-A28A-AC5A-37FE-5287FD57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7832D-62AB-2A52-68C2-E89B3766B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731FE-5342-40BC-B021-6EF98D6595E6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F296-0C75-90A0-7B46-FB7D5E24A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9E14D-5598-9F9C-8A7D-07C2145B0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844F2-5709-41E8-947E-ADB8AD19D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7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51ED-AA75-EDC7-0987-C8B93092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A0D2E-510D-3A21-CB5C-39487073E272}"/>
              </a:ext>
            </a:extLst>
          </p:cNvPr>
          <p:cNvSpPr txBox="1"/>
          <p:nvPr/>
        </p:nvSpPr>
        <p:spPr>
          <a:xfrm>
            <a:off x="420624" y="347472"/>
            <a:ext cx="35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3mW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DB65C-82A6-6936-05E5-939AA52CD60A}"/>
              </a:ext>
            </a:extLst>
          </p:cNvPr>
          <p:cNvSpPr txBox="1"/>
          <p:nvPr/>
        </p:nvSpPr>
        <p:spPr>
          <a:xfrm>
            <a:off x="344424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CD616-0E5A-C75A-56C9-C187405E6DDE}"/>
              </a:ext>
            </a:extLst>
          </p:cNvPr>
          <p:cNvSpPr txBox="1"/>
          <p:nvPr/>
        </p:nvSpPr>
        <p:spPr>
          <a:xfrm>
            <a:off x="3402330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D6D42-2ADB-DDFA-6C17-E120CFC654D6}"/>
              </a:ext>
            </a:extLst>
          </p:cNvPr>
          <p:cNvSpPr txBox="1"/>
          <p:nvPr/>
        </p:nvSpPr>
        <p:spPr>
          <a:xfrm>
            <a:off x="6460236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89AC9-973F-BA54-0F98-C13E4660A9EB}"/>
              </a:ext>
            </a:extLst>
          </p:cNvPr>
          <p:cNvSpPr txBox="1"/>
          <p:nvPr/>
        </p:nvSpPr>
        <p:spPr>
          <a:xfrm>
            <a:off x="9851136" y="2118360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8430B-670D-7115-0430-D2E24972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4280"/>
          <a:stretch/>
        </p:blipFill>
        <p:spPr>
          <a:xfrm>
            <a:off x="99060" y="2688336"/>
            <a:ext cx="2185416" cy="1851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D095A7-8392-6B24-59E9-FC5CC94DE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640"/>
          <a:stretch/>
        </p:blipFill>
        <p:spPr>
          <a:xfrm>
            <a:off x="2800350" y="2688336"/>
            <a:ext cx="2395728" cy="20275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B95172-E31C-9316-562E-9D869DFFB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280"/>
          <a:stretch/>
        </p:blipFill>
        <p:spPr>
          <a:xfrm>
            <a:off x="5885307" y="2688336"/>
            <a:ext cx="2532888" cy="2129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1DB369-3FB9-F7A1-6B2A-0E7BEB39E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980"/>
          <a:stretch/>
        </p:blipFill>
        <p:spPr>
          <a:xfrm>
            <a:off x="9171432" y="2688336"/>
            <a:ext cx="2395728" cy="203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3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3B6B8A-2350-1116-30BF-3D0568DC3490}"/>
              </a:ext>
            </a:extLst>
          </p:cNvPr>
          <p:cNvSpPr txBox="1"/>
          <p:nvPr/>
        </p:nvSpPr>
        <p:spPr>
          <a:xfrm>
            <a:off x="420624" y="347472"/>
            <a:ext cx="35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5mW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8E74A-ED50-09B3-D68F-3D907171E140}"/>
              </a:ext>
            </a:extLst>
          </p:cNvPr>
          <p:cNvSpPr txBox="1"/>
          <p:nvPr/>
        </p:nvSpPr>
        <p:spPr>
          <a:xfrm>
            <a:off x="344424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81AB7-E60C-274D-88D9-AC0EE19EF7A7}"/>
              </a:ext>
            </a:extLst>
          </p:cNvPr>
          <p:cNvSpPr txBox="1"/>
          <p:nvPr/>
        </p:nvSpPr>
        <p:spPr>
          <a:xfrm>
            <a:off x="3402330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860AF-16F4-F7AC-2298-592578F53A96}"/>
              </a:ext>
            </a:extLst>
          </p:cNvPr>
          <p:cNvSpPr txBox="1"/>
          <p:nvPr/>
        </p:nvSpPr>
        <p:spPr>
          <a:xfrm>
            <a:off x="6460236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F039D-1484-1FD2-645C-ED42AA71C9AB}"/>
              </a:ext>
            </a:extLst>
          </p:cNvPr>
          <p:cNvSpPr txBox="1"/>
          <p:nvPr/>
        </p:nvSpPr>
        <p:spPr>
          <a:xfrm>
            <a:off x="9851136" y="2118360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D00F0-0E58-CA48-8622-C9C0485E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r="24400"/>
          <a:stretch/>
        </p:blipFill>
        <p:spPr>
          <a:xfrm>
            <a:off x="78465" y="2654808"/>
            <a:ext cx="2372127" cy="2008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2770D-05B2-6E97-C23C-B846EB223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0" r="24280"/>
          <a:stretch/>
        </p:blipFill>
        <p:spPr>
          <a:xfrm>
            <a:off x="2725690" y="2654808"/>
            <a:ext cx="2545048" cy="21396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92E4B0-EC5E-57B4-C233-749D88B45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r="24040"/>
          <a:stretch/>
        </p:blipFill>
        <p:spPr>
          <a:xfrm>
            <a:off x="5852141" y="2649085"/>
            <a:ext cx="2441448" cy="20538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98B972-1362-2EF6-CEEE-00B6DEA7F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0" r="25180"/>
          <a:stretch/>
        </p:blipFill>
        <p:spPr>
          <a:xfrm>
            <a:off x="8874993" y="2649085"/>
            <a:ext cx="2372127" cy="20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1C41-B454-2B50-0CC2-312D3AE1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882CFD-FAA0-E002-083C-99EA0B5B9F8B}"/>
              </a:ext>
            </a:extLst>
          </p:cNvPr>
          <p:cNvSpPr txBox="1"/>
          <p:nvPr/>
        </p:nvSpPr>
        <p:spPr>
          <a:xfrm>
            <a:off x="420624" y="347472"/>
            <a:ext cx="35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10mW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94253-03C1-9F09-EC22-F0D031B93ABE}"/>
              </a:ext>
            </a:extLst>
          </p:cNvPr>
          <p:cNvSpPr txBox="1"/>
          <p:nvPr/>
        </p:nvSpPr>
        <p:spPr>
          <a:xfrm>
            <a:off x="344424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02477-9F13-9B43-0370-0702EEDC335D}"/>
              </a:ext>
            </a:extLst>
          </p:cNvPr>
          <p:cNvSpPr txBox="1"/>
          <p:nvPr/>
        </p:nvSpPr>
        <p:spPr>
          <a:xfrm>
            <a:off x="3402330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F9F79-DB47-C33B-AB37-36068730381D}"/>
              </a:ext>
            </a:extLst>
          </p:cNvPr>
          <p:cNvSpPr txBox="1"/>
          <p:nvPr/>
        </p:nvSpPr>
        <p:spPr>
          <a:xfrm>
            <a:off x="6460236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1FC5E-6FAA-EC03-04D7-969D74D91C84}"/>
              </a:ext>
            </a:extLst>
          </p:cNvPr>
          <p:cNvSpPr txBox="1"/>
          <p:nvPr/>
        </p:nvSpPr>
        <p:spPr>
          <a:xfrm>
            <a:off x="9851136" y="2118360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7B44C-A38B-34DD-74EB-4D2C741EF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4520"/>
          <a:stretch/>
        </p:blipFill>
        <p:spPr>
          <a:xfrm>
            <a:off x="201168" y="2606040"/>
            <a:ext cx="2388868" cy="20299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F0DCC0-4E9F-397E-B1DC-D52F9808C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40" r="24280"/>
          <a:stretch/>
        </p:blipFill>
        <p:spPr>
          <a:xfrm>
            <a:off x="2907792" y="2635189"/>
            <a:ext cx="2388868" cy="20008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647E7A-6B59-BD2B-F023-7187225BB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0" r="25120"/>
          <a:stretch/>
        </p:blipFill>
        <p:spPr>
          <a:xfrm>
            <a:off x="5700908" y="2591152"/>
            <a:ext cx="2388868" cy="20270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A8D859-508A-E3B2-E632-7FA1F8F8A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0" r="23835"/>
          <a:stretch/>
        </p:blipFill>
        <p:spPr>
          <a:xfrm>
            <a:off x="9232392" y="2589469"/>
            <a:ext cx="2388868" cy="201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7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C1C9-F814-F329-4C35-F7D78B35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9AA466-0914-0D4C-E8BC-E05C9F630557}"/>
              </a:ext>
            </a:extLst>
          </p:cNvPr>
          <p:cNvSpPr txBox="1"/>
          <p:nvPr/>
        </p:nvSpPr>
        <p:spPr>
          <a:xfrm>
            <a:off x="420624" y="347472"/>
            <a:ext cx="35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: 15mW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02AC2-145A-7296-78AC-5DFA8E5A0A0E}"/>
              </a:ext>
            </a:extLst>
          </p:cNvPr>
          <p:cNvSpPr txBox="1"/>
          <p:nvPr/>
        </p:nvSpPr>
        <p:spPr>
          <a:xfrm>
            <a:off x="344424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15µs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CC679-D870-79E8-E535-00015BF4417E}"/>
              </a:ext>
            </a:extLst>
          </p:cNvPr>
          <p:cNvSpPr txBox="1"/>
          <p:nvPr/>
        </p:nvSpPr>
        <p:spPr>
          <a:xfrm>
            <a:off x="3402330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25µs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94109-DA47-BB04-5902-BC8CE9283449}"/>
              </a:ext>
            </a:extLst>
          </p:cNvPr>
          <p:cNvSpPr txBox="1"/>
          <p:nvPr/>
        </p:nvSpPr>
        <p:spPr>
          <a:xfrm>
            <a:off x="6460236" y="2118360"/>
            <a:ext cx="119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50µs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5175C-0DD8-4D37-4316-1C5456F9A9DC}"/>
              </a:ext>
            </a:extLst>
          </p:cNvPr>
          <p:cNvSpPr txBox="1"/>
          <p:nvPr/>
        </p:nvSpPr>
        <p:spPr>
          <a:xfrm>
            <a:off x="9851136" y="2118360"/>
            <a:ext cx="13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: 100µs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60BA9-BAE2-C0BF-3036-DD120D911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0" r="24400"/>
          <a:stretch/>
        </p:blipFill>
        <p:spPr>
          <a:xfrm>
            <a:off x="146304" y="2642616"/>
            <a:ext cx="2179732" cy="1856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15DF81-B8F8-A5C2-6C2D-6304950FA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280"/>
          <a:stretch/>
        </p:blipFill>
        <p:spPr>
          <a:xfrm>
            <a:off x="3067812" y="2611818"/>
            <a:ext cx="2276856" cy="1917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BDC00E-FA0A-ABC6-10A8-9537C313BA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r="24520"/>
          <a:stretch/>
        </p:blipFill>
        <p:spPr>
          <a:xfrm>
            <a:off x="6303676" y="2642616"/>
            <a:ext cx="2188510" cy="18562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A1F2E6-BE75-FB4D-24B1-EECB79DB1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0" r="24400"/>
          <a:stretch/>
        </p:blipFill>
        <p:spPr>
          <a:xfrm>
            <a:off x="9153144" y="2487692"/>
            <a:ext cx="2276856" cy="19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25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 N P</dc:creator>
  <cp:lastModifiedBy>Gokul N P</cp:lastModifiedBy>
  <cp:revision>7</cp:revision>
  <dcterms:created xsi:type="dcterms:W3CDTF">2025-05-14T08:00:28Z</dcterms:created>
  <dcterms:modified xsi:type="dcterms:W3CDTF">2025-05-14T08:20:53Z</dcterms:modified>
</cp:coreProperties>
</file>