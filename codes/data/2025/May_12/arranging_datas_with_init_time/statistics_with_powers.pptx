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7E7E-0491-600D-3B70-85092D576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2CD27-D033-DB4A-B44E-6521C328D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920F-B2B2-B451-30C0-AFEDAB50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BFE33-6C84-BA5D-8976-9ED46150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66CD8-DD39-CF99-A45A-C6611B1A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49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F5FC-B9A5-A5D4-2927-F8094EC4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C409-F7C4-1098-74FD-3EAF05AE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07CA-F36A-3692-DE11-2D394561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1E98-65D1-C8F9-B714-44713DBE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3584F-3D2D-B980-DC40-926980A4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65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745D-0DCD-35F3-05BA-7B1C2735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34FC0-A50E-0FAF-63BE-2A97FDD83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B2D2-8908-E20C-5266-ACD62448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CA4AD-7C13-040A-479A-2C8B41AE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B105C-828B-89C9-BA24-94F5508A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4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BD67-3008-EFC8-ECEA-6218CE3A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6A23-E5B7-0CEE-5CCA-F7B181E00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81523-9D82-AA99-89AC-20B8F72F0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2F546-5908-BE4F-F76C-C412BC07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C90C5-8484-8724-A365-FCF5B001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A54D6-EA66-BB8B-771F-5C85EA64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5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21D9-D66C-0284-3CD6-E6D4B9F5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B5D34-CB36-6E02-E594-8673412B2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3E8AA-E680-8DFD-CA85-D30DFE446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B4B54-C475-310D-FF0D-83204200D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6234B-B3E2-5584-8BAD-008750462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F9E36-91C5-902A-9E0F-3549AA60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09663-9A6C-270D-2569-158BAD25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452AC-9A70-8E5A-DEEE-95499CC8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1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69C2-D509-9B8D-F81C-BD027644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90F0E-9349-601E-4598-95E877E9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F35D9-A50E-8F83-8E92-406F9B76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E17F2-CC46-DAEF-98C7-1344E98F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9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EA835-CE34-30C1-A388-E4F5F018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003A7-79B8-AD4B-6DAE-F349DDBC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03000-348C-F33B-EB8D-13C460C1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05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C8FF-D2BB-77B7-72FD-CBA96C10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C650-53CC-6D5F-DAFE-7690DFC06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4B726-328E-0BCE-B25A-C94E30B2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614C8-C601-DA77-81EF-392A3F80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B3745-36C2-B81A-2286-0E661069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69B1F-733E-C97D-22A8-91F989FF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4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E22E-043A-38C3-A366-441DB57B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705C2-9041-9194-F053-60B324470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48118-5289-AB7A-FE5D-452DA98DA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EE6DF-E56A-A7BF-B628-D3B29EBD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8A5F2-C0D2-3D38-8DA5-48D75789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D825B-DC74-6C0D-C8F8-B5D6B201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55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8B85-1657-54D4-5E01-9A468DB3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2C47F-CBAB-ED76-C555-7FB5B0BD9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9415-0459-DC0E-7D91-2EC9D45E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72E9B-F36D-F3FE-F8BD-85FC235C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A997-6A94-6456-A3CE-770DA47F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8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35B54-1139-A763-6F60-FE4DACA1B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4B654-DC29-0FF0-D2FD-6F4003D7D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480D8-5CCC-A33D-E68B-076A9E6F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77246-9834-F47C-6E9B-C3B02C27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6C8D-F210-9927-BBF9-B9966106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16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0633B-007A-16D7-0573-A04FF33E6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941D-FF61-D150-9058-4975DF55E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83DA-81E1-7AC8-7E1C-1105193A6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93589-6773-40FD-BFE1-FA9DA81A7689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84C3-E11F-ECAE-B901-CA14F5F4D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B719-2C5B-9BAC-B728-2A7009D56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D2CBA-A122-44D2-9552-D94BBCA2B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9E1C1494-F105-B55C-74A5-515219354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0" y="75109"/>
            <a:ext cx="4594591" cy="3445943"/>
          </a:xfrm>
          <a:prstGeom prst="rect">
            <a:avLst/>
          </a:prstGeom>
        </p:spPr>
      </p:pic>
      <p:pic>
        <p:nvPicPr>
          <p:cNvPr id="7" name="Picture 6" descr="A graph of a signal&#10;&#10;AI-generated content may be incorrect.">
            <a:extLst>
              <a:ext uri="{FF2B5EF4-FFF2-40B4-BE49-F238E27FC236}">
                <a16:creationId xmlns:a16="http://schemas.microsoft.com/office/drawing/2014/main" id="{4E78CB47-BCC7-89CD-AEBB-618B7AF7C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0" y="3521052"/>
            <a:ext cx="4449264" cy="3336948"/>
          </a:xfrm>
          <a:prstGeom prst="rect">
            <a:avLst/>
          </a:prstGeom>
        </p:spPr>
      </p:pic>
      <p:pic>
        <p:nvPicPr>
          <p:cNvPr id="9" name="Picture 8" descr="A graph of a signal&#10;&#10;AI-generated content may be incorrect.">
            <a:extLst>
              <a:ext uri="{FF2B5EF4-FFF2-40B4-BE49-F238E27FC236}">
                <a16:creationId xmlns:a16="http://schemas.microsoft.com/office/drawing/2014/main" id="{D2DCABF2-7F64-7A9D-3A0D-247A19464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853" y="169816"/>
            <a:ext cx="4471853" cy="3353890"/>
          </a:xfrm>
          <a:prstGeom prst="rect">
            <a:avLst/>
          </a:prstGeom>
        </p:spPr>
      </p:pic>
      <p:pic>
        <p:nvPicPr>
          <p:cNvPr id="11" name="Picture 10" descr="A graph of a signal&#10;&#10;AI-generated content may be incorrect.">
            <a:extLst>
              <a:ext uri="{FF2B5EF4-FFF2-40B4-BE49-F238E27FC236}">
                <a16:creationId xmlns:a16="http://schemas.microsoft.com/office/drawing/2014/main" id="{A92A06A4-A0C0-2DF9-6F1C-3A09347E1B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2" y="3693522"/>
            <a:ext cx="4219304" cy="316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3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signal&#10;&#10;AI-generated content may be incorrect.">
            <a:extLst>
              <a:ext uri="{FF2B5EF4-FFF2-40B4-BE49-F238E27FC236}">
                <a16:creationId xmlns:a16="http://schemas.microsoft.com/office/drawing/2014/main" id="{CAFF4CC3-3B9C-B34C-D016-336A2C635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5" y="-1"/>
            <a:ext cx="4711699" cy="3533775"/>
          </a:xfrm>
          <a:prstGeom prst="rect">
            <a:avLst/>
          </a:prstGeom>
        </p:spPr>
      </p:pic>
      <p:pic>
        <p:nvPicPr>
          <p:cNvPr id="5" name="Picture 4" descr="A graph of a signal&#10;&#10;AI-generated content may be incorrect.">
            <a:extLst>
              <a:ext uri="{FF2B5EF4-FFF2-40B4-BE49-F238E27FC236}">
                <a16:creationId xmlns:a16="http://schemas.microsoft.com/office/drawing/2014/main" id="{F650394A-954F-266D-D1A7-F0A08873F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6" y="3429000"/>
            <a:ext cx="4454434" cy="3340826"/>
          </a:xfrm>
          <a:prstGeom prst="rect">
            <a:avLst/>
          </a:prstGeom>
        </p:spPr>
      </p:pic>
      <p:pic>
        <p:nvPicPr>
          <p:cNvPr id="7" name="Picture 6" descr="A graph of a signal&#10;&#10;AI-generated content may be incorrect.">
            <a:extLst>
              <a:ext uri="{FF2B5EF4-FFF2-40B4-BE49-F238E27FC236}">
                <a16:creationId xmlns:a16="http://schemas.microsoft.com/office/drawing/2014/main" id="{805CFE3E-7E2B-2061-858D-69E7C9B56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8174"/>
            <a:ext cx="4454434" cy="3340826"/>
          </a:xfrm>
          <a:prstGeom prst="rect">
            <a:avLst/>
          </a:prstGeom>
        </p:spPr>
      </p:pic>
      <p:pic>
        <p:nvPicPr>
          <p:cNvPr id="9" name="Picture 8" descr="A graph of a signal&#10;&#10;AI-generated content may be incorrect.">
            <a:extLst>
              <a:ext uri="{FF2B5EF4-FFF2-40B4-BE49-F238E27FC236}">
                <a16:creationId xmlns:a16="http://schemas.microsoft.com/office/drawing/2014/main" id="{2E286B5C-C1CD-8FDD-24D0-C2A9C0F5C3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4454434" cy="33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6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Qspin Lab</dc:creator>
  <cp:lastModifiedBy>Qspin Lab</cp:lastModifiedBy>
  <cp:revision>2</cp:revision>
  <cp:lastPrinted>2025-07-26T11:48:31Z</cp:lastPrinted>
  <dcterms:created xsi:type="dcterms:W3CDTF">2025-07-26T11:41:26Z</dcterms:created>
  <dcterms:modified xsi:type="dcterms:W3CDTF">2025-07-26T11:50:00Z</dcterms:modified>
</cp:coreProperties>
</file>