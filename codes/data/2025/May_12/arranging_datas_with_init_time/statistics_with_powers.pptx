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76BB38-1443-4CA2-B855-82742440F56E}" v="1" dt="2025-07-28T06:08:33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spin Lab" userId="97667f051c2df3a9" providerId="LiveId" clId="{EC76BB38-1443-4CA2-B855-82742440F56E}"/>
    <pc:docChg chg="addSld modSld">
      <pc:chgData name="Qspin Lab" userId="97667f051c2df3a9" providerId="LiveId" clId="{EC76BB38-1443-4CA2-B855-82742440F56E}" dt="2025-07-28T06:08:33.848" v="0"/>
      <pc:docMkLst>
        <pc:docMk/>
      </pc:docMkLst>
      <pc:sldChg chg="add">
        <pc:chgData name="Qspin Lab" userId="97667f051c2df3a9" providerId="LiveId" clId="{EC76BB38-1443-4CA2-B855-82742440F56E}" dt="2025-07-28T06:08:33.848" v="0"/>
        <pc:sldMkLst>
          <pc:docMk/>
          <pc:sldMk cId="3113036647" sldId="258"/>
        </pc:sldMkLst>
      </pc:sldChg>
      <pc:sldChg chg="add">
        <pc:chgData name="Qspin Lab" userId="97667f051c2df3a9" providerId="LiveId" clId="{EC76BB38-1443-4CA2-B855-82742440F56E}" dt="2025-07-28T06:08:33.848" v="0"/>
        <pc:sldMkLst>
          <pc:docMk/>
          <pc:sldMk cId="1380856741" sldId="259"/>
        </pc:sldMkLst>
      </pc:sldChg>
      <pc:sldChg chg="add">
        <pc:chgData name="Qspin Lab" userId="97667f051c2df3a9" providerId="LiveId" clId="{EC76BB38-1443-4CA2-B855-82742440F56E}" dt="2025-07-28T06:08:33.848" v="0"/>
        <pc:sldMkLst>
          <pc:docMk/>
          <pc:sldMk cId="3704894574" sldId="260"/>
        </pc:sldMkLst>
      </pc:sldChg>
      <pc:sldChg chg="add">
        <pc:chgData name="Qspin Lab" userId="97667f051c2df3a9" providerId="LiveId" clId="{EC76BB38-1443-4CA2-B855-82742440F56E}" dt="2025-07-28T06:08:33.848" v="0"/>
        <pc:sldMkLst>
          <pc:docMk/>
          <pc:sldMk cId="925765398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87E7E-0491-600D-3B70-85092D576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F2CD27-D033-DB4A-B44E-6521C328D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920F-B2B2-B451-30C0-AFEDAB50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BFE33-6C84-BA5D-8976-9ED461507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66CD8-DD39-CF99-A45A-C6611B1A8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9490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9F5FC-B9A5-A5D4-2927-F8094EC4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6C409-F7C4-1098-74FD-3EAF05AEE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F07CA-F36A-3692-DE11-2D3945611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61E98-65D1-C8F9-B714-44713DBEB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3584F-3D2D-B980-DC40-926980A46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2657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4745D-0DCD-35F3-05BA-7B1C2735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34FC0-A50E-0FAF-63BE-2A97FDD83D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ADB2D2-8908-E20C-5266-ACD62448E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CA4AD-7C13-040A-479A-2C8B41AE0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B105C-828B-89C9-BA24-94F5508A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64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1BD67-3008-EFC8-ECEA-6218CE3AD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86A23-E5B7-0CEE-5CCA-F7B181E00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181523-9D82-AA99-89AC-20B8F72F00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B2F546-5908-BE4F-F76C-C412BC072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C90C5-8484-8724-A365-FCF5B0019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EA54D6-EA66-BB8B-771F-5C85EA64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625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421D9-D66C-0284-3CD6-E6D4B9F5F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BB5D34-CB36-6E02-E594-8673412B2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3E8AA-E680-8DFD-CA85-D30DFE446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B4B54-C475-310D-FF0D-83204200D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B6234B-B3E2-5584-8BAD-008750462C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CF9E36-91C5-902A-9E0F-3549AA60D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A09663-9A6C-270D-2569-158BAD25F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7452AC-9A70-8E5A-DEEE-95499CC82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1315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F69C2-D509-9B8D-F81C-BD0276443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490F0E-9349-601E-4598-95E877E9A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AF35D9-A50E-8F83-8E92-406F9B763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E17F2-CC46-DAEF-98C7-1344E98F2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89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3EA835-CE34-30C1-A388-E4F5F0180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A003A7-79B8-AD4B-6DAE-F349DDBC5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03000-348C-F33B-EB8D-13C460C1E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8051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2C8FF-D2BB-77B7-72FD-CBA96C10A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6C650-53CC-6D5F-DAFE-7690DFC06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B4B726-328E-0BCE-B25A-C94E30B23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3614C8-C601-DA77-81EF-392A3F808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B3745-36C2-B81A-2286-0E6610698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369B1F-733E-C97D-22A8-91F989FFE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6643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1E22E-043A-38C3-A366-441DB57B4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705C2-9041-9194-F053-60B3244701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848118-5289-AB7A-FE5D-452DA98DA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EE6DF-E56A-A7BF-B628-D3B29EBD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88A5F2-C0D2-3D38-8DA5-48D757899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D825B-DC74-6C0D-C8F8-B5D6B201C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552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8B85-1657-54D4-5E01-9A468DB3E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2C47F-CBAB-ED76-C555-7FB5B0BD9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D9415-0459-DC0E-7D91-2EC9D45E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72E9B-F36D-F3FE-F8BD-85FC235C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FA997-6A94-6456-A3CE-770DA47FA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81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935B54-1139-A763-6F60-FE4DACA1B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4B654-DC29-0FF0-D2FD-6F4003D7D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480D8-5CCC-A33D-E68B-076A9E6F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77246-9834-F47C-6E9B-C3B02C27B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26C8D-F210-9927-BBF9-B9966106E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164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10633B-007A-16D7-0573-A04FF33E6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3941D-FF61-D150-9058-4975DF55E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883DA-81E1-7AC8-7E1C-1105193A6C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93589-6773-40FD-BFE1-FA9DA81A7689}" type="datetimeFigureOut">
              <a:rPr lang="en-IN" smtClean="0"/>
              <a:t>05-08-2025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184C3-E11F-ECAE-B901-CA14F5F4D3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7B719-2C5B-9BAC-B728-2A7009D56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3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E1C1494-F105-B55C-74A5-5152193542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570" y="75109"/>
            <a:ext cx="4594591" cy="3445943"/>
          </a:xfrm>
          <a:prstGeom prst="rect">
            <a:avLst/>
          </a:prstGeom>
        </p:spPr>
      </p:pic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4E78CB47-BCC7-89CD-AEBB-618B7AF7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570" y="3521052"/>
            <a:ext cx="4449264" cy="3336948"/>
          </a:xfrm>
          <a:prstGeom prst="rect">
            <a:avLst/>
          </a:prstGeom>
        </p:spPr>
      </p:pic>
      <p:pic>
        <p:nvPicPr>
          <p:cNvPr id="9" name="Picture 8" descr="A graph of a signal&#10;&#10;AI-generated content may be incorrect.">
            <a:extLst>
              <a:ext uri="{FF2B5EF4-FFF2-40B4-BE49-F238E27FC236}">
                <a16:creationId xmlns:a16="http://schemas.microsoft.com/office/drawing/2014/main" id="{D2DCABF2-7F64-7A9D-3A0D-247A19464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7853" y="169816"/>
            <a:ext cx="4471853" cy="3353890"/>
          </a:xfrm>
          <a:prstGeom prst="rect">
            <a:avLst/>
          </a:prstGeom>
        </p:spPr>
      </p:pic>
      <p:pic>
        <p:nvPicPr>
          <p:cNvPr id="11" name="Picture 10" descr="A graph of a signal&#10;&#10;AI-generated content may be incorrect.">
            <a:extLst>
              <a:ext uri="{FF2B5EF4-FFF2-40B4-BE49-F238E27FC236}">
                <a16:creationId xmlns:a16="http://schemas.microsoft.com/office/drawing/2014/main" id="{A92A06A4-A0C0-2DF9-6F1C-3A09347E1B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2" y="3693522"/>
            <a:ext cx="4219304" cy="316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930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signal&#10;&#10;AI-generated content may be incorrect.">
            <a:extLst>
              <a:ext uri="{FF2B5EF4-FFF2-40B4-BE49-F238E27FC236}">
                <a16:creationId xmlns:a16="http://schemas.microsoft.com/office/drawing/2014/main" id="{CAFF4CC3-3B9C-B34C-D016-336A2C635D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85" y="-1"/>
            <a:ext cx="4711699" cy="3533775"/>
          </a:xfrm>
          <a:prstGeom prst="rect">
            <a:avLst/>
          </a:prstGeom>
        </p:spPr>
      </p:pic>
      <p:pic>
        <p:nvPicPr>
          <p:cNvPr id="5" name="Picture 4" descr="A graph of a signal&#10;&#10;AI-generated content may be incorrect.">
            <a:extLst>
              <a:ext uri="{FF2B5EF4-FFF2-40B4-BE49-F238E27FC236}">
                <a16:creationId xmlns:a16="http://schemas.microsoft.com/office/drawing/2014/main" id="{F650394A-954F-266D-D1A7-F0A08873F0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86" y="3429000"/>
            <a:ext cx="4454434" cy="3340826"/>
          </a:xfrm>
          <a:prstGeom prst="rect">
            <a:avLst/>
          </a:prstGeom>
        </p:spPr>
      </p:pic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805CFE3E-7E2B-2061-858D-69E7C9B56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88174"/>
            <a:ext cx="4454434" cy="3340826"/>
          </a:xfrm>
          <a:prstGeom prst="rect">
            <a:avLst/>
          </a:prstGeom>
        </p:spPr>
      </p:pic>
      <p:pic>
        <p:nvPicPr>
          <p:cNvPr id="9" name="Picture 8" descr="A graph of a signal&#10;&#10;AI-generated content may be incorrect.">
            <a:extLst>
              <a:ext uri="{FF2B5EF4-FFF2-40B4-BE49-F238E27FC236}">
                <a16:creationId xmlns:a16="http://schemas.microsoft.com/office/drawing/2014/main" id="{2E286B5C-C1CD-8FDD-24D0-C2A9C0F5C3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29000"/>
            <a:ext cx="4454434" cy="334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6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E1C1494-F105-B55C-74A5-5152193542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20" y="0"/>
            <a:ext cx="4594591" cy="3445943"/>
          </a:xfrm>
          <a:prstGeom prst="rect">
            <a:avLst/>
          </a:prstGeom>
        </p:spPr>
      </p:pic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4E78CB47-BCC7-89CD-AEBB-618B7AF7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20" y="3445943"/>
            <a:ext cx="4449264" cy="3336948"/>
          </a:xfrm>
          <a:prstGeom prst="rect">
            <a:avLst/>
          </a:prstGeom>
        </p:spPr>
      </p:pic>
      <p:pic>
        <p:nvPicPr>
          <p:cNvPr id="3" name="Picture 2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9FBC8305-A12B-7137-6C1A-F12B6297FD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811" y="189446"/>
            <a:ext cx="3506405" cy="3068104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7A21F56-55AD-206D-27E2-9B450D0A8C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9351" y="3257550"/>
            <a:ext cx="3624943" cy="3171825"/>
          </a:xfrm>
          <a:prstGeom prst="rect">
            <a:avLst/>
          </a:prstGeom>
        </p:spPr>
      </p:pic>
      <p:pic>
        <p:nvPicPr>
          <p:cNvPr id="8" name="Picture 7" descr="A graph of numbers and lines&#10;&#10;AI-generated content may be incorrect.">
            <a:extLst>
              <a:ext uri="{FF2B5EF4-FFF2-40B4-BE49-F238E27FC236}">
                <a16:creationId xmlns:a16="http://schemas.microsoft.com/office/drawing/2014/main" id="{59DE882A-9E3A-8D0D-572F-A88E9CB619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375" y="1775358"/>
            <a:ext cx="3506405" cy="3068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036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signal&#10;&#10;AI-generated content may be incorrect.">
            <a:extLst>
              <a:ext uri="{FF2B5EF4-FFF2-40B4-BE49-F238E27FC236}">
                <a16:creationId xmlns:a16="http://schemas.microsoft.com/office/drawing/2014/main" id="{D2DCABF2-7F64-7A9D-3A0D-247A19464B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98" y="179885"/>
            <a:ext cx="4471853" cy="3353890"/>
          </a:xfrm>
          <a:prstGeom prst="rect">
            <a:avLst/>
          </a:prstGeom>
        </p:spPr>
      </p:pic>
      <p:pic>
        <p:nvPicPr>
          <p:cNvPr id="11" name="Picture 10" descr="A graph of a signal&#10;&#10;AI-generated content may be incorrect.">
            <a:extLst>
              <a:ext uri="{FF2B5EF4-FFF2-40B4-BE49-F238E27FC236}">
                <a16:creationId xmlns:a16="http://schemas.microsoft.com/office/drawing/2014/main" id="{A92A06A4-A0C0-2DF9-6F1C-3A09347E1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98" y="3533775"/>
            <a:ext cx="4219304" cy="3164478"/>
          </a:xfrm>
          <a:prstGeom prst="rect">
            <a:avLst/>
          </a:prstGeom>
        </p:spPr>
      </p:pic>
      <p:pic>
        <p:nvPicPr>
          <p:cNvPr id="6" name="Picture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DCEFD298-049F-966B-29A5-C1AD20C77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951" y="179885"/>
            <a:ext cx="3476625" cy="3042047"/>
          </a:xfrm>
          <a:prstGeom prst="rect">
            <a:avLst/>
          </a:prstGeom>
        </p:spPr>
      </p:pic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A009B4E-7F22-E1A1-3583-37D926EB2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1030" y="3305173"/>
            <a:ext cx="3616545" cy="3164477"/>
          </a:xfrm>
          <a:prstGeom prst="rect">
            <a:avLst/>
          </a:prstGeom>
        </p:spPr>
      </p:pic>
      <p:pic>
        <p:nvPicPr>
          <p:cNvPr id="13" name="Picture 12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F9B004D6-3CDE-842D-3B38-E151617E38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1500" y="1409700"/>
            <a:ext cx="3616545" cy="316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85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C04A1-6669-62A6-E4E8-04EC7D8E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signal&#10;&#10;AI-generated content may be incorrect.">
            <a:extLst>
              <a:ext uri="{FF2B5EF4-FFF2-40B4-BE49-F238E27FC236}">
                <a16:creationId xmlns:a16="http://schemas.microsoft.com/office/drawing/2014/main" id="{822D8C3F-DF2A-845E-E099-E341C305B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65" y="-1"/>
            <a:ext cx="4454435" cy="3340827"/>
          </a:xfrm>
          <a:prstGeom prst="rect">
            <a:avLst/>
          </a:prstGeom>
        </p:spPr>
      </p:pic>
      <p:pic>
        <p:nvPicPr>
          <p:cNvPr id="5" name="Picture 4" descr="A graph of a signal&#10;&#10;AI-generated content may be incorrect.">
            <a:extLst>
              <a:ext uri="{FF2B5EF4-FFF2-40B4-BE49-F238E27FC236}">
                <a16:creationId xmlns:a16="http://schemas.microsoft.com/office/drawing/2014/main" id="{FA49CDD7-0D7E-9ACC-F23C-5BF8852717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66" y="3429000"/>
            <a:ext cx="4454434" cy="3340826"/>
          </a:xfrm>
          <a:prstGeom prst="rect">
            <a:avLst/>
          </a:prstGeom>
        </p:spPr>
      </p:pic>
      <p:pic>
        <p:nvPicPr>
          <p:cNvPr id="8" name="Picture 7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62E3C5C3-5361-4244-34AE-1EB682E3DE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190500"/>
            <a:ext cx="3419475" cy="2992041"/>
          </a:xfrm>
          <a:prstGeom prst="rect">
            <a:avLst/>
          </a:prstGeom>
        </p:spPr>
      </p:pic>
      <p:pic>
        <p:nvPicPr>
          <p:cNvPr id="11" name="Picture 10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63C1690-8E99-65E0-D8E5-BB792B8A68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3340826"/>
            <a:ext cx="3547382" cy="3103959"/>
          </a:xfrm>
          <a:prstGeom prst="rect">
            <a:avLst/>
          </a:prstGeom>
        </p:spPr>
      </p:pic>
      <p:pic>
        <p:nvPicPr>
          <p:cNvPr id="13" name="Picture 12" descr="A graph of numbers and lines&#10;&#10;AI-generated content may be incorrect.">
            <a:extLst>
              <a:ext uri="{FF2B5EF4-FFF2-40B4-BE49-F238E27FC236}">
                <a16:creationId xmlns:a16="http://schemas.microsoft.com/office/drawing/2014/main" id="{70652DB1-679A-E1D3-2094-7F58B1737D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3682" y="1515666"/>
            <a:ext cx="381000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94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50B57-9DF8-0A9D-D034-BBE43931A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093EBB51-3C74-047F-8976-BB3A5F758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24" y="88174"/>
            <a:ext cx="4454434" cy="3340826"/>
          </a:xfrm>
          <a:prstGeom prst="rect">
            <a:avLst/>
          </a:prstGeom>
        </p:spPr>
      </p:pic>
      <p:pic>
        <p:nvPicPr>
          <p:cNvPr id="9" name="Picture 8" descr="A graph of a signal&#10;&#10;AI-generated content may be incorrect.">
            <a:extLst>
              <a:ext uri="{FF2B5EF4-FFF2-40B4-BE49-F238E27FC236}">
                <a16:creationId xmlns:a16="http://schemas.microsoft.com/office/drawing/2014/main" id="{99B3E767-A8CD-A6C2-07D8-676E8A540D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24" y="3429000"/>
            <a:ext cx="4454434" cy="3340826"/>
          </a:xfrm>
          <a:prstGeom prst="rect">
            <a:avLst/>
          </a:prstGeom>
        </p:spPr>
      </p:pic>
      <p:pic>
        <p:nvPicPr>
          <p:cNvPr id="4" name="Picture 3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5D943BE2-0929-4D61-F910-236D34C61E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258" y="154849"/>
            <a:ext cx="3482042" cy="3046787"/>
          </a:xfrm>
          <a:prstGeom prst="rect">
            <a:avLst/>
          </a:prstGeom>
        </p:spPr>
      </p:pic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7358CDA-B406-7968-81F7-F884FC311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258" y="3381398"/>
            <a:ext cx="3612644" cy="3161064"/>
          </a:xfrm>
          <a:prstGeom prst="rect">
            <a:avLst/>
          </a:prstGeom>
        </p:spPr>
      </p:pic>
      <p:pic>
        <p:nvPicPr>
          <p:cNvPr id="13" name="Picture 12" descr="A graph of numbers and lines&#10;&#10;AI-generated content may be incorrect.">
            <a:extLst>
              <a:ext uri="{FF2B5EF4-FFF2-40B4-BE49-F238E27FC236}">
                <a16:creationId xmlns:a16="http://schemas.microsoft.com/office/drawing/2014/main" id="{3058D5E9-8385-C4D9-7CBE-D841B09E80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355" y="1467491"/>
            <a:ext cx="3993645" cy="3494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765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Qspin Lab</dc:creator>
  <cp:lastModifiedBy>Gokul N P</cp:lastModifiedBy>
  <cp:revision>2</cp:revision>
  <cp:lastPrinted>2025-07-26T11:48:31Z</cp:lastPrinted>
  <dcterms:created xsi:type="dcterms:W3CDTF">2025-07-26T11:41:26Z</dcterms:created>
  <dcterms:modified xsi:type="dcterms:W3CDTF">2025-08-05T10:56:37Z</dcterms:modified>
</cp:coreProperties>
</file>