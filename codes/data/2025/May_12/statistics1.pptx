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9" d="100"/>
          <a:sy n="49" d="100"/>
        </p:scale>
        <p:origin x="1406" y="62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4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0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8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1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3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0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0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7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5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731FE-5342-40BC-B021-6EF98D6595E6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6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51ED-AA75-EDC7-0987-C8B93092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A0D2E-510D-3A21-CB5C-39487073E272}"/>
              </a:ext>
            </a:extLst>
          </p:cNvPr>
          <p:cNvSpPr txBox="1"/>
          <p:nvPr/>
        </p:nvSpPr>
        <p:spPr>
          <a:xfrm>
            <a:off x="315468" y="-49472"/>
            <a:ext cx="26471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3mW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DB65C-82A6-6936-05E5-939AA52CD60A}"/>
              </a:ext>
            </a:extLst>
          </p:cNvPr>
          <p:cNvSpPr txBox="1"/>
          <p:nvPr/>
        </p:nvSpPr>
        <p:spPr>
          <a:xfrm>
            <a:off x="258318" y="264581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CD616-0E5A-C75A-56C9-C187405E6DDE}"/>
              </a:ext>
            </a:extLst>
          </p:cNvPr>
          <p:cNvSpPr txBox="1"/>
          <p:nvPr/>
        </p:nvSpPr>
        <p:spPr>
          <a:xfrm>
            <a:off x="2551748" y="264581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D6D42-2ADB-DDFA-6C17-E120CFC654D6}"/>
              </a:ext>
            </a:extLst>
          </p:cNvPr>
          <p:cNvSpPr txBox="1"/>
          <p:nvPr/>
        </p:nvSpPr>
        <p:spPr>
          <a:xfrm>
            <a:off x="4845177" y="264581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89AC9-973F-BA54-0F98-C13E4660A9EB}"/>
              </a:ext>
            </a:extLst>
          </p:cNvPr>
          <p:cNvSpPr txBox="1"/>
          <p:nvPr/>
        </p:nvSpPr>
        <p:spPr>
          <a:xfrm>
            <a:off x="7388352" y="264581"/>
            <a:ext cx="10469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58430B-670D-7115-0430-D2E2497272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0" r="24280"/>
          <a:stretch/>
        </p:blipFill>
        <p:spPr>
          <a:xfrm>
            <a:off x="74295" y="692064"/>
            <a:ext cx="1639062" cy="13883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D095A7-8392-6B24-59E9-FC5CC94DE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0" r="24640"/>
          <a:stretch/>
        </p:blipFill>
        <p:spPr>
          <a:xfrm>
            <a:off x="2100263" y="692065"/>
            <a:ext cx="1796796" cy="15206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B95172-E31C-9316-562E-9D869DFFB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0" r="24280"/>
          <a:stretch/>
        </p:blipFill>
        <p:spPr>
          <a:xfrm>
            <a:off x="4413981" y="692064"/>
            <a:ext cx="1899666" cy="15971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1DB369-3FB9-F7A1-6B2A-0E7BEB39E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0" r="24980"/>
          <a:stretch/>
        </p:blipFill>
        <p:spPr>
          <a:xfrm>
            <a:off x="6878574" y="692064"/>
            <a:ext cx="1796796" cy="152471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1" r="24809"/>
          <a:stretch/>
        </p:blipFill>
        <p:spPr>
          <a:xfrm>
            <a:off x="208025" y="3549373"/>
            <a:ext cx="1649957" cy="13985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1" r="24936"/>
          <a:stretch/>
        </p:blipFill>
        <p:spPr>
          <a:xfrm>
            <a:off x="2246461" y="2212760"/>
            <a:ext cx="1574129" cy="134724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2" r="24681"/>
          <a:stretch/>
        </p:blipFill>
        <p:spPr>
          <a:xfrm>
            <a:off x="2336668" y="3560005"/>
            <a:ext cx="1646790" cy="138790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1" r="24553"/>
          <a:stretch/>
        </p:blipFill>
        <p:spPr>
          <a:xfrm>
            <a:off x="69124" y="2121821"/>
            <a:ext cx="1644233" cy="13861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0" r="24213"/>
          <a:stretch/>
        </p:blipFill>
        <p:spPr>
          <a:xfrm>
            <a:off x="187938" y="5107021"/>
            <a:ext cx="1832420" cy="15564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340"/>
          <a:stretch/>
        </p:blipFill>
        <p:spPr>
          <a:xfrm>
            <a:off x="2137831" y="5107021"/>
            <a:ext cx="2044463" cy="172911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085"/>
          <a:stretch/>
        </p:blipFill>
        <p:spPr>
          <a:xfrm>
            <a:off x="4513318" y="5124696"/>
            <a:ext cx="2132734" cy="179770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49" r="23829"/>
          <a:stretch/>
        </p:blipFill>
        <p:spPr>
          <a:xfrm>
            <a:off x="4687369" y="2289168"/>
            <a:ext cx="1585958" cy="13562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2" r="24340"/>
          <a:stretch/>
        </p:blipFill>
        <p:spPr>
          <a:xfrm>
            <a:off x="4687369" y="3768436"/>
            <a:ext cx="1595444" cy="133858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9" r="24340"/>
          <a:stretch/>
        </p:blipFill>
        <p:spPr>
          <a:xfrm>
            <a:off x="6787888" y="5009608"/>
            <a:ext cx="2043903" cy="174933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1" r="24724"/>
          <a:stretch/>
        </p:blipFill>
        <p:spPr>
          <a:xfrm>
            <a:off x="7019333" y="2298005"/>
            <a:ext cx="1581011" cy="133858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1" r="24468"/>
          <a:stretch/>
        </p:blipFill>
        <p:spPr>
          <a:xfrm>
            <a:off x="7019333" y="3645428"/>
            <a:ext cx="1624262" cy="137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3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3B6B8A-2350-1116-30BF-3D0568DC3490}"/>
              </a:ext>
            </a:extLst>
          </p:cNvPr>
          <p:cNvSpPr txBox="1"/>
          <p:nvPr/>
        </p:nvSpPr>
        <p:spPr>
          <a:xfrm>
            <a:off x="315468" y="-30011"/>
            <a:ext cx="26471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5mW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8E74A-ED50-09B3-D68F-3D907171E140}"/>
              </a:ext>
            </a:extLst>
          </p:cNvPr>
          <p:cNvSpPr txBox="1"/>
          <p:nvPr/>
        </p:nvSpPr>
        <p:spPr>
          <a:xfrm>
            <a:off x="258318" y="335114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81AB7-E60C-274D-88D9-AC0EE19EF7A7}"/>
              </a:ext>
            </a:extLst>
          </p:cNvPr>
          <p:cNvSpPr txBox="1"/>
          <p:nvPr/>
        </p:nvSpPr>
        <p:spPr>
          <a:xfrm>
            <a:off x="2551748" y="335114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860AF-16F4-F7AC-2298-592578F53A96}"/>
              </a:ext>
            </a:extLst>
          </p:cNvPr>
          <p:cNvSpPr txBox="1"/>
          <p:nvPr/>
        </p:nvSpPr>
        <p:spPr>
          <a:xfrm>
            <a:off x="4845177" y="335114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F039D-1484-1FD2-645C-ED42AA71C9AB}"/>
              </a:ext>
            </a:extLst>
          </p:cNvPr>
          <p:cNvSpPr txBox="1"/>
          <p:nvPr/>
        </p:nvSpPr>
        <p:spPr>
          <a:xfrm>
            <a:off x="7388352" y="335114"/>
            <a:ext cx="10469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D00F0-0E58-CA48-8622-C9C0485E3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r="24400"/>
          <a:stretch/>
        </p:blipFill>
        <p:spPr>
          <a:xfrm>
            <a:off x="58849" y="737450"/>
            <a:ext cx="1779095" cy="1322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2770D-05B2-6E97-C23C-B846EB223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0" r="24280"/>
          <a:stretch/>
        </p:blipFill>
        <p:spPr>
          <a:xfrm>
            <a:off x="2044268" y="737451"/>
            <a:ext cx="1908786" cy="14090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92E4B0-EC5E-57B4-C233-749D88B45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r="24040"/>
          <a:stretch/>
        </p:blipFill>
        <p:spPr>
          <a:xfrm>
            <a:off x="4389106" y="733158"/>
            <a:ext cx="1831086" cy="13524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98B972-1362-2EF6-CEEE-00B6DEA7F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0" r="25180"/>
          <a:stretch/>
        </p:blipFill>
        <p:spPr>
          <a:xfrm>
            <a:off x="6656246" y="733158"/>
            <a:ext cx="1779095" cy="132656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1" r="25489"/>
          <a:stretch/>
        </p:blipFill>
        <p:spPr>
          <a:xfrm>
            <a:off x="126841" y="5089924"/>
            <a:ext cx="2050605" cy="17680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724"/>
          <a:stretch/>
        </p:blipFill>
        <p:spPr>
          <a:xfrm>
            <a:off x="126841" y="2162500"/>
            <a:ext cx="1742278" cy="14810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89" r="24085"/>
          <a:stretch/>
        </p:blipFill>
        <p:spPr>
          <a:xfrm>
            <a:off x="315468" y="3721892"/>
            <a:ext cx="1508955" cy="1289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0" r="24724"/>
          <a:stretch/>
        </p:blipFill>
        <p:spPr>
          <a:xfrm>
            <a:off x="2293314" y="5139994"/>
            <a:ext cx="2108971" cy="18034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2" r="25234"/>
          <a:stretch/>
        </p:blipFill>
        <p:spPr>
          <a:xfrm>
            <a:off x="2245223" y="2197378"/>
            <a:ext cx="1701974" cy="14421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0" r="24085"/>
          <a:stretch/>
        </p:blipFill>
        <p:spPr>
          <a:xfrm>
            <a:off x="2463029" y="3639503"/>
            <a:ext cx="1769543" cy="150049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1" r="24596"/>
          <a:stretch/>
        </p:blipFill>
        <p:spPr>
          <a:xfrm>
            <a:off x="4581048" y="5110810"/>
            <a:ext cx="2075198" cy="176807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1" r="24468"/>
          <a:stretch/>
        </p:blipFill>
        <p:spPr>
          <a:xfrm>
            <a:off x="4572000" y="2123589"/>
            <a:ext cx="1832733" cy="155885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1" r="24213"/>
          <a:stretch/>
        </p:blipFill>
        <p:spPr>
          <a:xfrm>
            <a:off x="4660220" y="3709565"/>
            <a:ext cx="1656292" cy="14012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2" r="24213"/>
          <a:stretch/>
        </p:blipFill>
        <p:spPr>
          <a:xfrm>
            <a:off x="6656246" y="5120316"/>
            <a:ext cx="2103787" cy="175857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596"/>
          <a:stretch/>
        </p:blipFill>
        <p:spPr>
          <a:xfrm>
            <a:off x="6744161" y="2168195"/>
            <a:ext cx="1733771" cy="147130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49" r="24340"/>
          <a:stretch/>
        </p:blipFill>
        <p:spPr>
          <a:xfrm>
            <a:off x="6832381" y="3649009"/>
            <a:ext cx="1673655" cy="144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1C41-B454-2B50-0CC2-312D3AE1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882CFD-FAA0-E002-083C-99EA0B5B9F8B}"/>
              </a:ext>
            </a:extLst>
          </p:cNvPr>
          <p:cNvSpPr txBox="1"/>
          <p:nvPr/>
        </p:nvSpPr>
        <p:spPr>
          <a:xfrm>
            <a:off x="315468" y="115900"/>
            <a:ext cx="26471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10mW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94253-03C1-9F09-EC22-F0D031B93ABE}"/>
              </a:ext>
            </a:extLst>
          </p:cNvPr>
          <p:cNvSpPr txBox="1"/>
          <p:nvPr/>
        </p:nvSpPr>
        <p:spPr>
          <a:xfrm>
            <a:off x="258318" y="442116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02477-9F13-9B43-0370-0702EEDC335D}"/>
              </a:ext>
            </a:extLst>
          </p:cNvPr>
          <p:cNvSpPr txBox="1"/>
          <p:nvPr/>
        </p:nvSpPr>
        <p:spPr>
          <a:xfrm>
            <a:off x="2551748" y="442116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F9F79-DB47-C33B-AB37-36068730381D}"/>
              </a:ext>
            </a:extLst>
          </p:cNvPr>
          <p:cNvSpPr txBox="1"/>
          <p:nvPr/>
        </p:nvSpPr>
        <p:spPr>
          <a:xfrm>
            <a:off x="4845177" y="442116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1FC5E-6FAA-EC03-04D7-969D74D91C84}"/>
              </a:ext>
            </a:extLst>
          </p:cNvPr>
          <p:cNvSpPr txBox="1"/>
          <p:nvPr/>
        </p:nvSpPr>
        <p:spPr>
          <a:xfrm>
            <a:off x="6872785" y="442116"/>
            <a:ext cx="10469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7B44C-A38B-34DD-74EB-4D2C741EF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0" r="24520"/>
          <a:stretch/>
        </p:blipFill>
        <p:spPr>
          <a:xfrm>
            <a:off x="150876" y="807876"/>
            <a:ext cx="1791651" cy="1522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F0DCC0-4E9F-397E-B1DC-D52F9808C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40" r="24280"/>
          <a:stretch/>
        </p:blipFill>
        <p:spPr>
          <a:xfrm>
            <a:off x="2180844" y="829739"/>
            <a:ext cx="1791651" cy="15006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647E7A-6B59-BD2B-F023-7187225BB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0" r="25120"/>
          <a:stretch/>
        </p:blipFill>
        <p:spPr>
          <a:xfrm>
            <a:off x="4275681" y="796710"/>
            <a:ext cx="1791651" cy="15203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A8D859-508A-E3B2-E632-7FA1F8F8A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0" r="23835"/>
          <a:stretch/>
        </p:blipFill>
        <p:spPr>
          <a:xfrm>
            <a:off x="6408727" y="795448"/>
            <a:ext cx="1791651" cy="15087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1" r="24979"/>
          <a:stretch/>
        </p:blipFill>
        <p:spPr>
          <a:xfrm>
            <a:off x="147363" y="5179609"/>
            <a:ext cx="1975632" cy="16783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724"/>
          <a:stretch/>
        </p:blipFill>
        <p:spPr>
          <a:xfrm>
            <a:off x="258318" y="2304231"/>
            <a:ext cx="1753722" cy="14907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0" r="23958"/>
          <a:stretch/>
        </p:blipFill>
        <p:spPr>
          <a:xfrm>
            <a:off x="315468" y="3794994"/>
            <a:ext cx="1563217" cy="13259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1" r="24468"/>
          <a:stretch/>
        </p:blipFill>
        <p:spPr>
          <a:xfrm>
            <a:off x="2180844" y="5179609"/>
            <a:ext cx="1872278" cy="15924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0" r="24596"/>
          <a:stretch/>
        </p:blipFill>
        <p:spPr>
          <a:xfrm>
            <a:off x="2180844" y="2330352"/>
            <a:ext cx="1788278" cy="15296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724"/>
          <a:stretch/>
        </p:blipFill>
        <p:spPr>
          <a:xfrm>
            <a:off x="2304803" y="3860026"/>
            <a:ext cx="1540359" cy="130939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9" r="24617"/>
          <a:stretch/>
        </p:blipFill>
        <p:spPr>
          <a:xfrm>
            <a:off x="4290735" y="5120929"/>
            <a:ext cx="1886154" cy="16176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30" r="24085"/>
          <a:stretch/>
        </p:blipFill>
        <p:spPr>
          <a:xfrm>
            <a:off x="4395240" y="2371541"/>
            <a:ext cx="1716846" cy="146158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0" r="24468"/>
          <a:stretch/>
        </p:blipFill>
        <p:spPr>
          <a:xfrm>
            <a:off x="4572000" y="3852852"/>
            <a:ext cx="1464759" cy="1248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2" r="24724"/>
          <a:stretch/>
        </p:blipFill>
        <p:spPr>
          <a:xfrm>
            <a:off x="6456164" y="5179609"/>
            <a:ext cx="1888465" cy="159249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724"/>
          <a:stretch/>
        </p:blipFill>
        <p:spPr>
          <a:xfrm>
            <a:off x="6370518" y="2313451"/>
            <a:ext cx="1810940" cy="153940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1" r="25362"/>
          <a:stretch/>
        </p:blipFill>
        <p:spPr>
          <a:xfrm>
            <a:off x="6586086" y="3852852"/>
            <a:ext cx="1487871" cy="12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7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C1C9-F814-F329-4C35-F7D78B35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9AA466-0914-0D4C-E8BC-E05C9F630557}"/>
              </a:ext>
            </a:extLst>
          </p:cNvPr>
          <p:cNvSpPr txBox="1"/>
          <p:nvPr/>
        </p:nvSpPr>
        <p:spPr>
          <a:xfrm>
            <a:off x="266830" y="-826"/>
            <a:ext cx="26471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15mW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02AC2-145A-7296-78AC-5DFA8E5A0A0E}"/>
              </a:ext>
            </a:extLst>
          </p:cNvPr>
          <p:cNvSpPr txBox="1"/>
          <p:nvPr/>
        </p:nvSpPr>
        <p:spPr>
          <a:xfrm>
            <a:off x="209680" y="354570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CC679-D870-79E8-E535-00015BF4417E}"/>
              </a:ext>
            </a:extLst>
          </p:cNvPr>
          <p:cNvSpPr txBox="1"/>
          <p:nvPr/>
        </p:nvSpPr>
        <p:spPr>
          <a:xfrm>
            <a:off x="2503110" y="354570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94109-DA47-BB04-5902-BC8CE9283449}"/>
              </a:ext>
            </a:extLst>
          </p:cNvPr>
          <p:cNvSpPr txBox="1"/>
          <p:nvPr/>
        </p:nvSpPr>
        <p:spPr>
          <a:xfrm>
            <a:off x="4796539" y="354570"/>
            <a:ext cx="89382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5175C-0DD8-4D37-4316-1C5456F9A9DC}"/>
              </a:ext>
            </a:extLst>
          </p:cNvPr>
          <p:cNvSpPr txBox="1"/>
          <p:nvPr/>
        </p:nvSpPr>
        <p:spPr>
          <a:xfrm>
            <a:off x="7339714" y="354570"/>
            <a:ext cx="10469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60BA9-BAE2-C0BF-3036-DD120D91145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0" r="24400"/>
          <a:stretch/>
        </p:blipFill>
        <p:spPr>
          <a:xfrm>
            <a:off x="61090" y="747762"/>
            <a:ext cx="1634799" cy="1392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15DF81-B8F8-A5C2-6C2D-6304950FA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0" r="24280"/>
          <a:stretch/>
        </p:blipFill>
        <p:spPr>
          <a:xfrm>
            <a:off x="2252221" y="724664"/>
            <a:ext cx="1707642" cy="1438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BDC00E-FA0A-ABC6-10A8-9537C313BA0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r="24520"/>
          <a:stretch/>
        </p:blipFill>
        <p:spPr>
          <a:xfrm>
            <a:off x="4679119" y="747763"/>
            <a:ext cx="1641383" cy="13921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A1F2E6-BE75-FB4D-24B1-EECB79DB1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0" r="24400"/>
          <a:stretch/>
        </p:blipFill>
        <p:spPr>
          <a:xfrm>
            <a:off x="6816220" y="631570"/>
            <a:ext cx="1707642" cy="144065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0" r="24597"/>
          <a:stretch/>
        </p:blipFill>
        <p:spPr>
          <a:xfrm>
            <a:off x="209680" y="5231049"/>
            <a:ext cx="1905772" cy="16269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1" r="24085"/>
          <a:stretch/>
        </p:blipFill>
        <p:spPr>
          <a:xfrm>
            <a:off x="0" y="2233046"/>
            <a:ext cx="1876202" cy="15783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9" r="24340"/>
          <a:stretch/>
        </p:blipFill>
        <p:spPr>
          <a:xfrm>
            <a:off x="266830" y="3896202"/>
            <a:ext cx="1460493" cy="12500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1" r="24213"/>
          <a:stretch/>
        </p:blipFill>
        <p:spPr>
          <a:xfrm>
            <a:off x="2433595" y="5231049"/>
            <a:ext cx="1926682" cy="16202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1" r="25362"/>
          <a:stretch/>
        </p:blipFill>
        <p:spPr>
          <a:xfrm>
            <a:off x="2252221" y="2289836"/>
            <a:ext cx="1877438" cy="16063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4596"/>
          <a:stretch/>
        </p:blipFill>
        <p:spPr>
          <a:xfrm>
            <a:off x="2503110" y="3890839"/>
            <a:ext cx="1585608" cy="134557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0" r="23958"/>
          <a:stretch/>
        </p:blipFill>
        <p:spPr>
          <a:xfrm>
            <a:off x="4686147" y="5282728"/>
            <a:ext cx="1864047" cy="15685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1" r="24468"/>
          <a:stretch/>
        </p:blipFill>
        <p:spPr>
          <a:xfrm>
            <a:off x="4572000" y="2260088"/>
            <a:ext cx="1978194" cy="16658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1" r="24213"/>
          <a:stretch/>
        </p:blipFill>
        <p:spPr>
          <a:xfrm>
            <a:off x="4905446" y="3887973"/>
            <a:ext cx="1544439" cy="129621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1" r="24085"/>
          <a:stretch/>
        </p:blipFill>
        <p:spPr>
          <a:xfrm>
            <a:off x="6789442" y="5231049"/>
            <a:ext cx="1849545" cy="155277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0" r="23958"/>
          <a:stretch/>
        </p:blipFill>
        <p:spPr>
          <a:xfrm>
            <a:off x="6645839" y="2277042"/>
            <a:ext cx="1899215" cy="161093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13" r="24340"/>
          <a:stretch/>
        </p:blipFill>
        <p:spPr>
          <a:xfrm>
            <a:off x="6966114" y="3961409"/>
            <a:ext cx="1440223" cy="119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25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1374</TotalTime>
  <Words>60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Gokul N P</dc:creator>
  <cp:lastModifiedBy>Atanu</cp:lastModifiedBy>
  <cp:revision>20</cp:revision>
  <dcterms:created xsi:type="dcterms:W3CDTF">2025-05-14T08:00:28Z</dcterms:created>
  <dcterms:modified xsi:type="dcterms:W3CDTF">2025-05-16T09:16:02Z</dcterms:modified>
</cp:coreProperties>
</file>