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CDE2E-467F-DF17-C8DC-7589605AD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866C76-AFC8-6F8F-9C9A-BC8B460D50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D329-E538-B0EA-0AA8-BA0A8239D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2CB83-9943-938B-68C7-1FEFFB0DA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E5FF0-463D-765D-6337-343444530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098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3658-F789-1426-2256-E9F52D3D2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3D02F-40F8-6A7F-B056-7C9D7A56B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7B057-E699-639E-A1F1-3A4005D5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2A948-6ECD-4303-4967-C1DDE3089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0B02E-3C73-9BCF-3799-373313E35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988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D98E-A145-30DB-4D83-2ED3A95F0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06E4A-FA0E-99A2-54F2-BFD50916E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4BB7D-DB99-D2B1-6959-6B61DE5F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6828B-74E9-8746-0E4F-05996AC68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FB0F0-08B8-AFFB-999F-FF3FE54F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96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3662B-5733-2CE9-BBEE-04D44A677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29937-71EE-240C-9B77-14349CDC9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CBF89-2503-1856-977C-E481D3E86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4FFE9-0D6C-DE1D-4954-DAC8763D5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E99888-ECE3-04AC-3D5D-36BAA2776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F970A-D5C3-86F4-5F21-9717622C7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6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15F5-BAD4-C429-6A8D-605ED000F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07935-4B60-CAB9-E2A2-6D3277E01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1E4DB7-7243-AAFB-AF4A-F0F64921D2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19E9C-1872-D45A-02B9-AC698BEE39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3398E7-EEB2-B495-7E1A-1C88B5ED3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6B1B04-51CF-2D97-1821-4AD16CC8F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D618E3-0A87-5339-5182-381A6E3D1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2CBD84-5744-55F0-FCFD-712430BB2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18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F549F-7F7F-A2E6-E442-1688B4727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B4C55F-F1C5-E4DD-A881-742656498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85F915-B41F-5D22-AC95-27605434B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ECF0B7-8BB3-1903-682B-378AED720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129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B4F6ED-7A6B-98A7-79DA-A55657DDE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143B54-00CC-9D3D-75C5-5D662DB9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A5237-2FBC-D09B-F105-2B2A8051C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1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EFFDF-8F85-93ED-33EA-A4BEABACA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ED631-55DD-048D-CAFB-BF0398E39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3ED3F8-8531-5B54-B72C-29F040144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2C8B7-ED2F-BE29-CE80-A8E0CCE35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D230CA-5B53-6DED-75ED-BB4BC2B57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60DFE-DE5D-7513-5AD0-8C6266566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9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CEE6-B8CE-17A4-9887-A43C664F9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C1C460-3A79-ED19-9613-9BFDF81A1C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B84602-4C47-DCBE-209B-1349D6B83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CDDE-A3CC-96F5-D9D9-98517CA0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D9112F-CD12-03C5-5DB1-E4FFF201B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1A142-83B0-E13C-4499-271F86FB7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550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4CA00-C132-2A6E-C985-A24BF765E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404231-4A20-C610-F108-57B7795EF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34CDF-7B26-6D35-84A6-F4349FA80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12EC7-7A37-37B5-EAC5-9428BCDE7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A0FB3-DD72-A5F1-68AC-35AD4D11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277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5620A-4B5F-0EB1-267C-80133BC03A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61A6A2-E0A7-BE54-442C-41E5026E4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5ACB9A-956C-FB32-3D57-CEBB5063A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6AC7C-FC04-0E71-EC38-46ACD056E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55FB8-4F7B-2927-C88C-31A633548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22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119E7F-F26B-2913-8B78-C4B34D89F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BAF1DD-178E-EEDA-690A-A372171B7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6D37E-D57E-0EC8-5066-A8051A3F2C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416D3-EC88-02D3-21C4-CFCDAD38BB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9A1DF-74BF-02ED-3E8A-ABAA9A1D1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786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52.png"/><Relationship Id="rId3" Type="http://schemas.openxmlformats.org/officeDocument/2006/relationships/image" Target="../media/image28.png"/><Relationship Id="rId7" Type="http://schemas.openxmlformats.org/officeDocument/2006/relationships/image" Target="../media/image40.png"/><Relationship Id="rId12" Type="http://schemas.openxmlformats.org/officeDocument/2006/relationships/image" Target="../media/image5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50.png"/><Relationship Id="rId5" Type="http://schemas.openxmlformats.org/officeDocument/2006/relationships/image" Target="../media/image34.png"/><Relationship Id="rId10" Type="http://schemas.openxmlformats.org/officeDocument/2006/relationships/image" Target="../media/image49.png"/><Relationship Id="rId4" Type="http://schemas.openxmlformats.org/officeDocument/2006/relationships/image" Target="../media/image33.png"/><Relationship Id="rId9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A95554-F17E-C242-ECB6-68C7E4998F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9" y="2160834"/>
            <a:ext cx="2369148" cy="17768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CCBCD5-C3EA-FA88-B677-256637576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70" y="313463"/>
            <a:ext cx="2369148" cy="17768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ADBB19-41F5-0CF1-DE65-41E16699B2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900" y="2160833"/>
            <a:ext cx="2369148" cy="17768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E44100-90B4-7166-1CC5-89E6CC0814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9686" y="313462"/>
            <a:ext cx="2369148" cy="17768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DEAECD-55DC-265E-60AF-ADF0E963F4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0917" y="2160833"/>
            <a:ext cx="2369148" cy="17768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E8A0266-299A-2650-A898-5765826E186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752" y="313463"/>
            <a:ext cx="2369148" cy="17768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26992F-A3F3-E137-E996-60A24DC0E9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2852" y="2160832"/>
            <a:ext cx="2369148" cy="17768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541E4D7-C7A8-622C-6CC3-F433E15927F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057" y="389366"/>
            <a:ext cx="2369148" cy="17768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72F64E2-110B-BAD8-9BD1-DF39F1AE9A1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9213" y="2160832"/>
            <a:ext cx="2369148" cy="17768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E10EEFC-905D-C465-F01F-E1141375839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048" y="389366"/>
            <a:ext cx="2369148" cy="177686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12C801D-B912-D38B-DCE0-9D736AD71E30}"/>
              </a:ext>
            </a:extLst>
          </p:cNvPr>
          <p:cNvSpPr txBox="1"/>
          <p:nvPr/>
        </p:nvSpPr>
        <p:spPr>
          <a:xfrm>
            <a:off x="4709686" y="1728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120k (@1mW)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0E9BA3F-AD59-477D-9018-4FAB7BF7B5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8977" y="5323749"/>
            <a:ext cx="1799307" cy="134948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BE20C7B-D403-65B3-1D72-42B3B643AE6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8977" y="3949246"/>
            <a:ext cx="1799307" cy="134948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A7A0C68-7830-1539-D339-9CABC49411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192" y="5280347"/>
            <a:ext cx="1799307" cy="134948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E89F9C5-231B-6BAF-4A18-5D358FCD454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192" y="3937693"/>
            <a:ext cx="1799307" cy="134948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51E07DA4-46F7-BA98-7F41-5DDADD2397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31" y="5324724"/>
            <a:ext cx="1799307" cy="134948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612A614-0591-5B48-335A-4DF81976EF7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31" y="3911145"/>
            <a:ext cx="1799307" cy="134948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6298736-7AE8-B196-BC96-96299F12D8E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752" y="5324724"/>
            <a:ext cx="1799307" cy="134948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CB9B187-12FE-A3F2-5766-66AD17E5B3B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0917" y="3937693"/>
            <a:ext cx="1799307" cy="134948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8B981A3-EE3C-6F17-F362-A7D0C522E7B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94" y="3937693"/>
            <a:ext cx="1799307" cy="134948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B1BCC0F4-8039-8682-175C-44931BA2505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9" y="5324724"/>
            <a:ext cx="1799307" cy="134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15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C337E3-E438-9B3C-9FAF-604F81B1B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658" y="3333522"/>
            <a:ext cx="4483608" cy="33627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D0568E-32EF-E2F3-5E1F-5EAE3800B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658" y="447714"/>
            <a:ext cx="4483608" cy="33627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2FB4A1-2630-3D82-F088-EB553211B5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6" y="3333522"/>
            <a:ext cx="4483608" cy="33627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5EEFB8-3FDC-4551-676F-638204E5BD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6" y="447714"/>
            <a:ext cx="4483608" cy="33627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52A105-E87D-A776-EA4A-C2AF0B79DB97}"/>
              </a:ext>
            </a:extLst>
          </p:cNvPr>
          <p:cNvSpPr txBox="1"/>
          <p:nvPr/>
        </p:nvSpPr>
        <p:spPr>
          <a:xfrm>
            <a:off x="4709686" y="1728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120k (@1mW) </a:t>
            </a:r>
          </a:p>
        </p:txBody>
      </p:sp>
    </p:spTree>
    <p:extLst>
      <p:ext uri="{BB962C8B-B14F-4D97-AF65-F5344CB8AC3E}">
        <p14:creationId xmlns:p14="http://schemas.microsoft.com/office/powerpoint/2010/main" val="60002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B269A8-DFB9-A6C4-F653-B0594918C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16" y="2704728"/>
            <a:ext cx="2800920" cy="21006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A2FAD1-A83F-4A3C-3884-0317F420D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16" y="676430"/>
            <a:ext cx="2800920" cy="21006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841B60-AAAF-E083-B64D-D96DB278C6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876" y="2805312"/>
            <a:ext cx="2800920" cy="21006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873338-33C4-4A3B-D4B5-CCF5573DB5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432" y="676430"/>
            <a:ext cx="2800920" cy="21006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899D91-268E-C3B4-86FD-D409542DB3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192" y="2805312"/>
            <a:ext cx="2800920" cy="210069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A432A2-6D24-0A2F-8EAC-7AC193CCB7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0832" y="676430"/>
            <a:ext cx="2800920" cy="210069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6B7937-E2A4-2E35-88E5-F25B7652E0E6}"/>
              </a:ext>
            </a:extLst>
          </p:cNvPr>
          <p:cNvSpPr txBox="1"/>
          <p:nvPr/>
        </p:nvSpPr>
        <p:spPr>
          <a:xfrm>
            <a:off x="923544" y="30709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100k (@1mW)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9C1C0B-2E88-19E6-30E6-6BF0626D8FD1}"/>
              </a:ext>
            </a:extLst>
          </p:cNvPr>
          <p:cNvSpPr txBox="1"/>
          <p:nvPr/>
        </p:nvSpPr>
        <p:spPr>
          <a:xfrm>
            <a:off x="482041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EC5EFC-FDB0-B561-5CF0-86A15FEB4185}"/>
              </a:ext>
            </a:extLst>
          </p:cNvPr>
          <p:cNvSpPr txBox="1"/>
          <p:nvPr/>
        </p:nvSpPr>
        <p:spPr>
          <a:xfrm>
            <a:off x="8717280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16k (@1mW)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98966CA-C739-FC52-6124-C0F0E66F2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052" y="5099756"/>
            <a:ext cx="1749552" cy="13121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770CAC3-5C0B-3491-037D-018F42DC01D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500" y="5099756"/>
            <a:ext cx="1749552" cy="131216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09FFEB3-6F12-E46E-2180-8572C148E1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974" y="5185756"/>
            <a:ext cx="1749552" cy="131216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AC4D9F-0750-1DB4-77AC-766AA6C2008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656" y="5099756"/>
            <a:ext cx="1749552" cy="131216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421F2D10-E3B0-3FB6-FF20-AC5DBC86F30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2200" y="5185756"/>
            <a:ext cx="1749552" cy="1312164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1584488-AB29-A707-52ED-167B1AEDB59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1924" y="5185756"/>
            <a:ext cx="1749552" cy="131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625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1BADE-8340-E6A8-2455-701C7A15C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49" y="2679192"/>
            <a:ext cx="2712368" cy="20342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8783BE-698C-5996-471D-32C46269E5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49" y="588912"/>
            <a:ext cx="2712368" cy="20342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D48406-6243-4F5E-A687-7170DB6158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276" y="2679192"/>
            <a:ext cx="2712368" cy="20342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636A4E-23F2-C199-BDA3-19F41DADEE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728" y="588912"/>
            <a:ext cx="2712368" cy="20342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A465B0-E260-561D-DECA-39A6B56C7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760" y="2679192"/>
            <a:ext cx="2712368" cy="203427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33847-42EB-58D0-6CA8-3CF61ACBA6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760" y="588912"/>
            <a:ext cx="2712368" cy="20342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8D76BC5-4028-50C4-0286-5B39CFC1FE8B}"/>
              </a:ext>
            </a:extLst>
          </p:cNvPr>
          <p:cNvSpPr txBox="1"/>
          <p:nvPr/>
        </p:nvSpPr>
        <p:spPr>
          <a:xfrm>
            <a:off x="786384" y="30709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100k (@1mW)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9BC6B-1C4A-AA8C-F769-EE6278D7E9DD}"/>
              </a:ext>
            </a:extLst>
          </p:cNvPr>
          <p:cNvSpPr txBox="1"/>
          <p:nvPr/>
        </p:nvSpPr>
        <p:spPr>
          <a:xfrm>
            <a:off x="468325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F15E2C-03F3-3EB6-B50E-420DB7A4336E}"/>
              </a:ext>
            </a:extLst>
          </p:cNvPr>
          <p:cNvSpPr txBox="1"/>
          <p:nvPr/>
        </p:nvSpPr>
        <p:spPr>
          <a:xfrm>
            <a:off x="8580120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16k (@1mW)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1A113AE-CCCD-369D-BDE7-25F65CC25B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5382" y="5065986"/>
            <a:ext cx="1740408" cy="130530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F165731-39EF-ACB3-D0A2-D749C848EB1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408" y="5051202"/>
            <a:ext cx="1740408" cy="130530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045AB33-443A-BF7B-5416-598BBC5076E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7993" y="5020131"/>
            <a:ext cx="1740408" cy="130530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4461DF8-6E14-198B-561A-6AC4DDB5033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85" y="5020131"/>
            <a:ext cx="1740408" cy="130530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BEA1E7C8-4BF2-4BEB-8478-47B44D3F1B8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4944" y="5020131"/>
            <a:ext cx="1740408" cy="130530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9C9FD1E-6FA3-32E5-C417-948A1B724F5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020" y="5065986"/>
            <a:ext cx="1740408" cy="130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238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9AEE88-EDBF-8A6A-F389-E287E205B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535" y="748030"/>
            <a:ext cx="4423139" cy="33173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1E0DC7-8770-8983-B7A3-700FD119F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53" y="748030"/>
            <a:ext cx="4423139" cy="33173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83300E-B2C2-064E-67C6-19797E046B0D}"/>
              </a:ext>
            </a:extLst>
          </p:cNvPr>
          <p:cNvSpPr txBox="1"/>
          <p:nvPr/>
        </p:nvSpPr>
        <p:spPr>
          <a:xfrm>
            <a:off x="468325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33k (@1mW)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862887-C3D6-2718-6637-B34E0BC3DE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048" y="4283452"/>
            <a:ext cx="3066288" cy="22997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33D71C-1F40-617C-B4A1-CD91905ACB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74" y="4283452"/>
            <a:ext cx="3066288" cy="229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386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FF17C68-0085-367E-677D-A9926FD98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12" y="2796168"/>
            <a:ext cx="2800920" cy="210069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EDF68E8-8DE5-1FE3-D68D-98D32BF007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68" y="667286"/>
            <a:ext cx="2800920" cy="21006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83296B-7038-9C89-415F-E0212B76776D}"/>
              </a:ext>
            </a:extLst>
          </p:cNvPr>
          <p:cNvSpPr txBox="1"/>
          <p:nvPr/>
        </p:nvSpPr>
        <p:spPr>
          <a:xfrm>
            <a:off x="1252272" y="28385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CF8D8C-4D9B-D2DD-B7C5-F5F4C49907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510" y="5176612"/>
            <a:ext cx="1749552" cy="13121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A07989-FB5C-E588-DF64-A9C65CA804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92" y="5090612"/>
            <a:ext cx="1749552" cy="13121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ACBEFC-276F-8D8B-915F-231E906E56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050" y="2796167"/>
            <a:ext cx="2800921" cy="21006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CFC993-0FAC-1DF7-FF77-1B278EC3245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051" y="587656"/>
            <a:ext cx="2800921" cy="21006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A0449B-ABE3-C9C7-1E5C-1C49A5B76A99}"/>
              </a:ext>
            </a:extLst>
          </p:cNvPr>
          <p:cNvSpPr txBox="1"/>
          <p:nvPr/>
        </p:nvSpPr>
        <p:spPr>
          <a:xfrm>
            <a:off x="5018356" y="26568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9F1D9F-099A-C5E2-25F8-2ECA83A2A93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3710" y="5249376"/>
            <a:ext cx="1740408" cy="13053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3BD4EA-96BE-FB73-F02B-D4DDDB4D06D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736" y="5234592"/>
            <a:ext cx="1740408" cy="13053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D9D76CB-77F6-ACA9-29F4-74C0449B5B8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1439" y="2767976"/>
            <a:ext cx="2800921" cy="21006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7ED87D5-6880-8FC3-5921-168FB582BBE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1439" y="635020"/>
            <a:ext cx="2800921" cy="21006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B513BB5-DDB8-A679-4563-2414BBD53BC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922" y="5234592"/>
            <a:ext cx="1740408" cy="13053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4EDCCDC-6E49-28CE-21D7-8F1754D26E2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2896" y="5183470"/>
            <a:ext cx="1740408" cy="13053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B011D4A-0D15-3A36-67B1-EF50E543930F}"/>
              </a:ext>
            </a:extLst>
          </p:cNvPr>
          <p:cNvSpPr txBox="1"/>
          <p:nvPr/>
        </p:nvSpPr>
        <p:spPr>
          <a:xfrm>
            <a:off x="9160591" y="233423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33k (@1mW) </a:t>
            </a:r>
          </a:p>
        </p:txBody>
      </p:sp>
    </p:spTree>
    <p:extLst>
      <p:ext uri="{BB962C8B-B14F-4D97-AF65-F5344CB8AC3E}">
        <p14:creationId xmlns:p14="http://schemas.microsoft.com/office/powerpoint/2010/main" val="2366122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72</Words>
  <Application>Microsoft Office PowerPoint</Application>
  <PresentationFormat>Widescreen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Gokul N P</dc:creator>
  <cp:lastModifiedBy>Gokul N P</cp:lastModifiedBy>
  <cp:revision>6</cp:revision>
  <dcterms:created xsi:type="dcterms:W3CDTF">2025-10-11T06:18:50Z</dcterms:created>
  <dcterms:modified xsi:type="dcterms:W3CDTF">2025-10-11T07:47:08Z</dcterms:modified>
</cp:coreProperties>
</file>