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CDE2E-467F-DF17-C8DC-7589605AD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66C76-AFC8-6F8F-9C9A-BC8B460D5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D329-E538-B0EA-0AA8-BA0A8239D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2CB83-9943-938B-68C7-1FEFFB0D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E5FF0-463D-765D-6337-34344453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9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3658-F789-1426-2256-E9F52D3D2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3D02F-40F8-6A7F-B056-7C9D7A56B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7B057-E699-639E-A1F1-3A4005D5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2A948-6ECD-4303-4967-C1DDE308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0B02E-3C73-9BCF-3799-373313E3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8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D98E-A145-30DB-4D83-2ED3A95F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06E4A-FA0E-99A2-54F2-BFD50916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4BB7D-DB99-D2B1-6959-6B61DE5F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6828B-74E9-8746-0E4F-05996AC6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FB0F0-08B8-AFFB-999F-FF3FE54F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3662B-5733-2CE9-BBEE-04D44A677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29937-71EE-240C-9B77-14349CDC9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CBF89-2503-1856-977C-E481D3E86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4FFE9-0D6C-DE1D-4954-DAC8763D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99888-ECE3-04AC-3D5D-36BAA2776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F970A-D5C3-86F4-5F21-9717622C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415F5-BAD4-C429-6A8D-605ED000F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07935-4B60-CAB9-E2A2-6D3277E01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E4DB7-7243-AAFB-AF4A-F0F64921D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19E9C-1872-D45A-02B9-AC698BEE3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398E7-EEB2-B495-7E1A-1C88B5ED3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6B1B04-51CF-2D97-1821-4AD16CC8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618E3-0A87-5339-5182-381A6E3D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2CBD84-5744-55F0-FCFD-712430BB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1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F549F-7F7F-A2E6-E442-1688B472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4C55F-F1C5-E4DD-A881-742656498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5F915-B41F-5D22-AC95-27605434B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CF0B7-8BB3-1903-682B-378AED72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2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B4F6ED-7A6B-98A7-79DA-A55657DD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143B54-00CC-9D3D-75C5-5D662DB9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A5237-2FBC-D09B-F105-2B2A8051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1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FFDF-8F85-93ED-33EA-A4BEABACA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D631-55DD-048D-CAFB-BF0398E39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ED3F8-8531-5B54-B72C-29F040144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2C8B7-ED2F-BE29-CE80-A8E0CCE35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230CA-5B53-6DED-75ED-BB4BC2B57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60DFE-DE5D-7513-5AD0-8C626656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9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CEE6-B8CE-17A4-9887-A43C664F9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C1C460-3A79-ED19-9613-9BFDF81A1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84602-4C47-DCBE-209B-1349D6B83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8CDDE-A3CC-96F5-D9D9-98517CA0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9112F-CD12-03C5-5DB1-E4FFF201B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1A142-83B0-E13C-4499-271F86FB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5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CA00-C132-2A6E-C985-A24BF765E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04231-4A20-C610-F108-57B7795EF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34CDF-7B26-6D35-84A6-F4349FA80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12EC7-7A37-37B5-EAC5-9428BCDE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A0FB3-DD72-A5F1-68AC-35AD4D11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77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35620A-4B5F-0EB1-267C-80133BC03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1A6A2-E0A7-BE54-442C-41E5026E4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ACB9A-956C-FB32-3D57-CEBB5063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6AC7C-FC04-0E71-EC38-46ACD056E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55FB8-4F7B-2927-C88C-31A63354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2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9E7F-F26B-2913-8B78-C4B34D89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AF1DD-178E-EEDA-690A-A372171B7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6D37E-D57E-0EC8-5066-A8051A3F2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803EA-E887-4286-BA36-FF25281E5B5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416D3-EC88-02D3-21C4-CFCDAD38B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9A1DF-74BF-02ED-3E8A-ABAA9A1D1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6C39-5E7D-4273-A39D-71C33DE9E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8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40.png"/><Relationship Id="rId3" Type="http://schemas.openxmlformats.org/officeDocument/2006/relationships/image" Target="../media/image43.png"/><Relationship Id="rId7" Type="http://schemas.openxmlformats.org/officeDocument/2006/relationships/image" Target="../media/image51.png"/><Relationship Id="rId12" Type="http://schemas.openxmlformats.org/officeDocument/2006/relationships/image" Target="../media/image39.png"/><Relationship Id="rId17" Type="http://schemas.openxmlformats.org/officeDocument/2006/relationships/image" Target="../media/image20.png"/><Relationship Id="rId2" Type="http://schemas.openxmlformats.org/officeDocument/2006/relationships/image" Target="../media/image28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34.png"/><Relationship Id="rId5" Type="http://schemas.openxmlformats.org/officeDocument/2006/relationships/image" Target="../media/image49.png"/><Relationship Id="rId15" Type="http://schemas.openxmlformats.org/officeDocument/2006/relationships/image" Target="../media/image2.png"/><Relationship Id="rId10" Type="http://schemas.openxmlformats.org/officeDocument/2006/relationships/image" Target="../media/image33.png"/><Relationship Id="rId4" Type="http://schemas.openxmlformats.org/officeDocument/2006/relationships/image" Target="../media/image44.png"/><Relationship Id="rId9" Type="http://schemas.openxmlformats.org/officeDocument/2006/relationships/image" Target="../media/image27.png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A95554-F17E-C242-ECB6-68C7E4998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9" y="2160834"/>
            <a:ext cx="2369148" cy="1776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CCBCD5-C3EA-FA88-B677-256637576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0" y="313463"/>
            <a:ext cx="2369148" cy="17768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ADBB19-41F5-0CF1-DE65-41E16699B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900" y="2160833"/>
            <a:ext cx="2369148" cy="17768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E44100-90B4-7166-1CC5-89E6CC0814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686" y="313462"/>
            <a:ext cx="2369148" cy="17768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DEAECD-55DC-265E-60AF-ADF0E963F4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917" y="2160833"/>
            <a:ext cx="2369148" cy="17768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8A0266-299A-2650-A898-5765826E18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52" y="313463"/>
            <a:ext cx="2369148" cy="17768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26992F-A3F3-E137-E996-60A24DC0E9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852" y="2160832"/>
            <a:ext cx="2369148" cy="17768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541E4D7-C7A8-622C-6CC3-F433E15927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057" y="389366"/>
            <a:ext cx="2369148" cy="17768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72F64E2-110B-BAD8-9BD1-DF39F1AE9A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213" y="2160832"/>
            <a:ext cx="2369148" cy="17768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E10EEFC-905D-C465-F01F-E114137583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048" y="389366"/>
            <a:ext cx="2369148" cy="177686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12C801D-B912-D38B-DCE0-9D736AD71E30}"/>
              </a:ext>
            </a:extLst>
          </p:cNvPr>
          <p:cNvSpPr txBox="1"/>
          <p:nvPr/>
        </p:nvSpPr>
        <p:spPr>
          <a:xfrm>
            <a:off x="4709686" y="17282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120k (@1mW)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E9BA3F-AD59-477D-9018-4FAB7BF7B5D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77" y="5323749"/>
            <a:ext cx="1799307" cy="13494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BE20C7B-D403-65B3-1D72-42B3B643AE6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77" y="3949246"/>
            <a:ext cx="1799307" cy="13494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A7A0C68-7830-1539-D339-9CABC494112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192" y="5280347"/>
            <a:ext cx="1799307" cy="13494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E89F9C5-231B-6BAF-4A18-5D358FCD45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192" y="3937693"/>
            <a:ext cx="1799307" cy="134948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1E07DA4-46F7-BA98-7F41-5DDADD2397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31" y="5324724"/>
            <a:ext cx="1799307" cy="13494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612A614-0591-5B48-335A-4DF81976EF7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31" y="3911145"/>
            <a:ext cx="1799307" cy="134948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6298736-7AE8-B196-BC96-96299F12D8E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52" y="5324724"/>
            <a:ext cx="1799307" cy="134948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CB9B187-12FE-A3F2-5766-66AD17E5B3B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917" y="3937693"/>
            <a:ext cx="1799307" cy="134948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8B981A3-EE3C-6F17-F362-A7D0C522E7B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94" y="3937693"/>
            <a:ext cx="1799307" cy="134948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1BCC0F4-8039-8682-175C-44931BA2505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9" y="5324724"/>
            <a:ext cx="1799307" cy="134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5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C337E3-E438-9B3C-9FAF-604F81B1B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658" y="3333522"/>
            <a:ext cx="4483608" cy="33627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D0568E-32EF-E2F3-5E1F-5EAE3800B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658" y="447714"/>
            <a:ext cx="4483608" cy="3362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2FB4A1-2630-3D82-F088-EB553211B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6" y="3333522"/>
            <a:ext cx="4483608" cy="33627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5EEFB8-3FDC-4551-676F-638204E5BD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6" y="447714"/>
            <a:ext cx="4483608" cy="33627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52A105-E87D-A776-EA4A-C2AF0B79DB97}"/>
              </a:ext>
            </a:extLst>
          </p:cNvPr>
          <p:cNvSpPr txBox="1"/>
          <p:nvPr/>
        </p:nvSpPr>
        <p:spPr>
          <a:xfrm>
            <a:off x="4709686" y="17282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120k (@1mW) </a:t>
            </a:r>
          </a:p>
        </p:txBody>
      </p:sp>
    </p:spTree>
    <p:extLst>
      <p:ext uri="{BB962C8B-B14F-4D97-AF65-F5344CB8AC3E}">
        <p14:creationId xmlns:p14="http://schemas.microsoft.com/office/powerpoint/2010/main" val="6000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269A8-DFB9-A6C4-F653-B0594918C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16" y="2704728"/>
            <a:ext cx="2800920" cy="21006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A2FAD1-A83F-4A3C-3884-0317F420D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16" y="676430"/>
            <a:ext cx="2800920" cy="2100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841B60-AAAF-E083-B64D-D96DB278C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876" y="2805312"/>
            <a:ext cx="2800920" cy="2100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873338-33C4-4A3B-D4B5-CCF5573DB5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432" y="676430"/>
            <a:ext cx="2800920" cy="21006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899D91-268E-C3B4-86FD-D409542DB3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192" y="2805312"/>
            <a:ext cx="2800920" cy="21006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A432A2-6D24-0A2F-8EAC-7AC193CCB7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0832" y="676430"/>
            <a:ext cx="2800920" cy="21006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6B7937-E2A4-2E35-88E5-F25B7652E0E6}"/>
              </a:ext>
            </a:extLst>
          </p:cNvPr>
          <p:cNvSpPr txBox="1"/>
          <p:nvPr/>
        </p:nvSpPr>
        <p:spPr>
          <a:xfrm>
            <a:off x="923544" y="307098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100k (@1mW)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9C1C0B-2E88-19E6-30E6-6BF0626D8FD1}"/>
              </a:ext>
            </a:extLst>
          </p:cNvPr>
          <p:cNvSpPr txBox="1"/>
          <p:nvPr/>
        </p:nvSpPr>
        <p:spPr>
          <a:xfrm>
            <a:off x="4820412" y="274832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60k (@1mW)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EC5EFC-FDB0-B561-5CF0-86A15FEB4185}"/>
              </a:ext>
            </a:extLst>
          </p:cNvPr>
          <p:cNvSpPr txBox="1"/>
          <p:nvPr/>
        </p:nvSpPr>
        <p:spPr>
          <a:xfrm>
            <a:off x="8717280" y="274832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16k (@1mW)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98966CA-C739-FC52-6124-C0F0E66F20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2" y="5099756"/>
            <a:ext cx="1749552" cy="13121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770CAC3-5C0B-3491-037D-018F42DC01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00" y="5099756"/>
            <a:ext cx="1749552" cy="13121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09FFEB3-6F12-E46E-2180-8572C148E1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74" y="5185756"/>
            <a:ext cx="1749552" cy="13121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FAC4D9F-0750-1DB4-77AC-766AA6C200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656" y="5099756"/>
            <a:ext cx="1749552" cy="13121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21F2D10-E3B0-3FB6-FF20-AC5DBC86F3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00" y="5185756"/>
            <a:ext cx="1749552" cy="131216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1584488-AB29-A707-52ED-167B1AEDB5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924" y="5185756"/>
            <a:ext cx="1749552" cy="131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2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1BADE-8340-E6A8-2455-701C7A15C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49" y="2679192"/>
            <a:ext cx="2712368" cy="20342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8783BE-698C-5996-471D-32C46269E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49" y="588912"/>
            <a:ext cx="2712368" cy="2034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D48406-6243-4F5E-A687-7170DB6158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276" y="2679192"/>
            <a:ext cx="2712368" cy="2034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636A4E-23F2-C199-BDA3-19F41DADEE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728" y="588912"/>
            <a:ext cx="2712368" cy="20342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A465B0-E260-561D-DECA-39A6B56C71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760" y="2679192"/>
            <a:ext cx="2712368" cy="20342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E33847-42EB-58D0-6CA8-3CF61ACBA6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760" y="588912"/>
            <a:ext cx="2712368" cy="20342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D76BC5-4028-50C4-0286-5B39CFC1FE8B}"/>
              </a:ext>
            </a:extLst>
          </p:cNvPr>
          <p:cNvSpPr txBox="1"/>
          <p:nvPr/>
        </p:nvSpPr>
        <p:spPr>
          <a:xfrm>
            <a:off x="786384" y="307098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100k (@1mW)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9BC6B-1C4A-AA8C-F769-EE6278D7E9DD}"/>
              </a:ext>
            </a:extLst>
          </p:cNvPr>
          <p:cNvSpPr txBox="1"/>
          <p:nvPr/>
        </p:nvSpPr>
        <p:spPr>
          <a:xfrm>
            <a:off x="4683252" y="274832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60k (@1mW)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F15E2C-03F3-3EB6-B50E-420DB7A4336E}"/>
              </a:ext>
            </a:extLst>
          </p:cNvPr>
          <p:cNvSpPr txBox="1"/>
          <p:nvPr/>
        </p:nvSpPr>
        <p:spPr>
          <a:xfrm>
            <a:off x="8580120" y="274832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16k (@1mW)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A113AE-CCCD-369D-BDE7-25F65CC25B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382" y="5065986"/>
            <a:ext cx="1740408" cy="13053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165731-39EF-ACB3-D0A2-D749C848EB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408" y="5051202"/>
            <a:ext cx="1740408" cy="13053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045AB33-443A-BF7B-5416-598BBC5076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993" y="5020131"/>
            <a:ext cx="1740408" cy="13053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4461DF8-6E14-198B-561A-6AC4DDB503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85" y="5020131"/>
            <a:ext cx="1740408" cy="13053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A1E7C8-4BF2-4BEB-8478-47B44D3F1B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944" y="5020131"/>
            <a:ext cx="1740408" cy="13053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9C9FD1E-6FA3-32E5-C417-948A1B724F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020" y="5065986"/>
            <a:ext cx="1740408" cy="130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38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9AEE88-EDBF-8A6A-F389-E287E205B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535" y="748030"/>
            <a:ext cx="4423139" cy="3317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1E0DC7-8770-8983-B7A3-700FD119F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53" y="748030"/>
            <a:ext cx="4423139" cy="3317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83300E-B2C2-064E-67C6-19797E046B0D}"/>
              </a:ext>
            </a:extLst>
          </p:cNvPr>
          <p:cNvSpPr txBox="1"/>
          <p:nvPr/>
        </p:nvSpPr>
        <p:spPr>
          <a:xfrm>
            <a:off x="4683252" y="274832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33k (@1mW)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862887-C3D6-2718-6637-B34E0BC3D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048" y="4283452"/>
            <a:ext cx="3066288" cy="22997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33D71C-1F40-617C-B4A1-CD91905ACB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674" y="4283452"/>
            <a:ext cx="3066288" cy="229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8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DF68E8-8DE5-1FE3-D68D-98D32BF00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42" y="897025"/>
            <a:ext cx="2649204" cy="19869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83296B-7038-9C89-415F-E0212B76776D}"/>
              </a:ext>
            </a:extLst>
          </p:cNvPr>
          <p:cNvSpPr txBox="1"/>
          <p:nvPr/>
        </p:nvSpPr>
        <p:spPr>
          <a:xfrm>
            <a:off x="979391" y="417313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60k (@1mW)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0449B-ABE3-C9C7-1E5C-1C49A5B76A99}"/>
              </a:ext>
            </a:extLst>
          </p:cNvPr>
          <p:cNvSpPr txBox="1"/>
          <p:nvPr/>
        </p:nvSpPr>
        <p:spPr>
          <a:xfrm>
            <a:off x="3729055" y="402522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60k (@1mW)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9F1D9F-099A-C5E2-25F8-2ECA83A2A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030" y="5426616"/>
            <a:ext cx="1449992" cy="10874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3BD4EA-96BE-FB73-F02B-D4DDDB4D06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059" y="5399650"/>
            <a:ext cx="1449992" cy="10874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9D76CB-77F6-ACA9-29F4-74C0449B5B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519" y="2960000"/>
            <a:ext cx="2649205" cy="19869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ED87D5-6880-8FC3-5921-168FB582BB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519" y="827044"/>
            <a:ext cx="2649205" cy="19869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513BB5-DDB8-A679-4563-2414BBD53B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400" y="5377820"/>
            <a:ext cx="1557579" cy="11681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EDCCDC-6E49-28CE-21D7-8F1754D26E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501" y="5360710"/>
            <a:ext cx="1557579" cy="11681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B011D4A-0D15-3A36-67B1-EF50E543930F}"/>
              </a:ext>
            </a:extLst>
          </p:cNvPr>
          <p:cNvSpPr txBox="1"/>
          <p:nvPr/>
        </p:nvSpPr>
        <p:spPr>
          <a:xfrm>
            <a:off x="6371671" y="425447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33k (@1mW)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01A350-EE44-DBC1-A334-85211F4524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86" y="2960001"/>
            <a:ext cx="2649204" cy="19869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A83EF4-B7D1-40F9-FCA6-7F5A8465AD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350" y="5407362"/>
            <a:ext cx="1439709" cy="10797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7958AA-E73F-7D9B-3B6A-4792C57D32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0" y="5430472"/>
            <a:ext cx="1439709" cy="10797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77C3DE-0364-9199-415E-7FCDFBF80F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749" y="2960000"/>
            <a:ext cx="2649205" cy="19869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262D55-1938-06F6-3D0B-BF9ECF03CC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668" y="817704"/>
            <a:ext cx="2649205" cy="19869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FA54CF-3D01-218F-7EDC-1DF8E359EFA1}"/>
              </a:ext>
            </a:extLst>
          </p:cNvPr>
          <p:cNvSpPr txBox="1"/>
          <p:nvPr/>
        </p:nvSpPr>
        <p:spPr>
          <a:xfrm>
            <a:off x="9459626" y="436567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: 120k (@1mW)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BEED2C-58B2-1901-0709-84C325EEB674}"/>
              </a:ext>
            </a:extLst>
          </p:cNvPr>
          <p:cNvSpPr txBox="1"/>
          <p:nvPr/>
        </p:nvSpPr>
        <p:spPr>
          <a:xfrm>
            <a:off x="10023025" y="800514"/>
            <a:ext cx="26426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Bare nanodiamonds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3D7478F-0039-DEA0-10FF-50E40461C1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253" y="2986190"/>
            <a:ext cx="2649204" cy="198690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2D23EF0-6776-0F54-B9C1-1A13D7CCFC6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482" y="973097"/>
            <a:ext cx="2649204" cy="198690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01748AC-3D4C-F3BC-9425-B09C40F4601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482" y="5479317"/>
            <a:ext cx="1404790" cy="105359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B51A0A5-104D-BA37-D269-08285547BEC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6266" y="5492412"/>
            <a:ext cx="1404790" cy="105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22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80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Gokul N P</dc:creator>
  <cp:lastModifiedBy>Gokul N P</cp:lastModifiedBy>
  <cp:revision>9</cp:revision>
  <dcterms:created xsi:type="dcterms:W3CDTF">2025-10-11T06:18:50Z</dcterms:created>
  <dcterms:modified xsi:type="dcterms:W3CDTF">2025-10-18T05:18:41Z</dcterms:modified>
</cp:coreProperties>
</file>