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CDE2E-467F-DF17-C8DC-7589605ADC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866C76-AFC8-6F8F-9C9A-BC8B460D50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9D329-E538-B0EA-0AA8-BA0A8239D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22CB83-9943-938B-68C7-1FEFFB0DA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E5FF0-463D-765D-6337-343444530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098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93658-F789-1426-2256-E9F52D3D2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3D02F-40F8-6A7F-B056-7C9D7A56B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E7B057-E699-639E-A1F1-3A4005D55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2A948-6ECD-4303-4967-C1DDE3089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0B02E-3C73-9BCF-3799-373313E35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988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1D98E-A145-30DB-4D83-2ED3A95F0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B06E4A-FA0E-99A2-54F2-BFD50916E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44BB7D-DB99-D2B1-6959-6B61DE5F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46828B-74E9-8746-0E4F-05996AC68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BFB0F0-08B8-AFFB-999F-FF3FE54F9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96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3662B-5733-2CE9-BBEE-04D44A677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729937-71EE-240C-9B77-14349CDC9D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CBF89-2503-1856-977C-E481D3E86F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A4FFE9-0D6C-DE1D-4954-DAC8763D5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E99888-ECE3-04AC-3D5D-36BAA2776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4F970A-D5C3-86F4-5F21-9717622C7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6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415F5-BAD4-C429-6A8D-605ED000F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07935-4B60-CAB9-E2A2-6D3277E014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1E4DB7-7243-AAFB-AF4A-F0F64921D2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A19E9C-1872-D45A-02B9-AC698BEE39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3398E7-EEB2-B495-7E1A-1C88B5ED3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6B1B04-51CF-2D97-1821-4AD16CC8F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D618E3-0A87-5339-5182-381A6E3D1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2CBD84-5744-55F0-FCFD-712430BB2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018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F549F-7F7F-A2E6-E442-1688B4727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B4C55F-F1C5-E4DD-A881-742656498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85F915-B41F-5D22-AC95-27605434B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ECF0B7-8BB3-1903-682B-378AED720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129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B4F6ED-7A6B-98A7-79DA-A55657DDE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143B54-00CC-9D3D-75C5-5D662DB9D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7A5237-2FBC-D09B-F105-2B2A8051C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010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EFFDF-8F85-93ED-33EA-A4BEABACA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ED631-55DD-048D-CAFB-BF0398E391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3ED3F8-8531-5B54-B72C-29F0401445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42C8B7-ED2F-BE29-CE80-A8E0CCE35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D230CA-5B53-6DED-75ED-BB4BC2B57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A60DFE-DE5D-7513-5AD0-8C6266566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49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FCEE6-B8CE-17A4-9887-A43C664F9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C1C460-3A79-ED19-9613-9BFDF81A1C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B84602-4C47-DCBE-209B-1349D6B834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CDDE-A3CC-96F5-D9D9-98517CA01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D9112F-CD12-03C5-5DB1-E4FFF201B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1A142-83B0-E13C-4499-271F86FB7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550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4CA00-C132-2A6E-C985-A24BF765E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404231-4A20-C610-F108-57B7795EF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334CDF-7B26-6D35-84A6-F4349FA80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12EC7-7A37-37B5-EAC5-9428BCDE7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A0FB3-DD72-A5F1-68AC-35AD4D112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277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35620A-4B5F-0EB1-267C-80133BC03A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61A6A2-E0A7-BE54-442C-41E5026E41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5ACB9A-956C-FB32-3D57-CEBB5063A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A6AC7C-FC04-0E71-EC38-46ACD056E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B55FB8-4F7B-2927-C88C-31A633548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220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119E7F-F26B-2913-8B78-C4B34D89F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BAF1DD-178E-EEDA-690A-A372171B7E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6D37E-D57E-0EC8-5066-A8051A3F2C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6416D3-EC88-02D3-21C4-CFCDAD38BB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9A1DF-74BF-02ED-3E8A-ABAA9A1D10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786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8A95554-F17E-C242-ECB6-68C7E4998F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69" y="2233986"/>
            <a:ext cx="2369148" cy="17768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CCBCD5-C3EA-FA88-B677-2566375766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70" y="386615"/>
            <a:ext cx="2369148" cy="17768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ADBB19-41F5-0CF1-DE65-41E16699B2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900" y="2233985"/>
            <a:ext cx="2369148" cy="177686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EE44100-90B4-7166-1CC5-89E6CC0814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9686" y="386614"/>
            <a:ext cx="2369148" cy="177686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6DEAECD-55DC-265E-60AF-ADF0E963F4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0917" y="2233985"/>
            <a:ext cx="2369148" cy="177686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E8A0266-299A-2650-A898-5765826E186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752" y="386615"/>
            <a:ext cx="2369148" cy="177686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A26992F-A3F3-E137-E996-60A24DC0E99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2852" y="2233984"/>
            <a:ext cx="2369148" cy="177686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541E4D7-C7A8-622C-6CC3-F433E15927F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4057" y="462518"/>
            <a:ext cx="2369148" cy="177686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772F64E2-110B-BAD8-9BD1-DF39F1AE9A1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9213" y="2233984"/>
            <a:ext cx="2369148" cy="177686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E10EEFC-905D-C465-F01F-E1141375839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048" y="462518"/>
            <a:ext cx="2369148" cy="177686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12C801D-B912-D38B-DCE0-9D736AD71E30}"/>
              </a:ext>
            </a:extLst>
          </p:cNvPr>
          <p:cNvSpPr txBox="1"/>
          <p:nvPr/>
        </p:nvSpPr>
        <p:spPr>
          <a:xfrm>
            <a:off x="4709686" y="1728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120k (@1mW) </a:t>
            </a:r>
          </a:p>
        </p:txBody>
      </p:sp>
    </p:spTree>
    <p:extLst>
      <p:ext uri="{BB962C8B-B14F-4D97-AF65-F5344CB8AC3E}">
        <p14:creationId xmlns:p14="http://schemas.microsoft.com/office/powerpoint/2010/main" val="3002153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B269A8-DFB9-A6C4-F653-B0594918CA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400" y="3783720"/>
            <a:ext cx="3974400" cy="2980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0A2FAD1-A83F-4A3C-3884-0317F420D7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484" y="676430"/>
            <a:ext cx="3974400" cy="2980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841B60-AAAF-E083-B64D-D96DB278C6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284" y="3856872"/>
            <a:ext cx="3974400" cy="2980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873338-33C4-4A3B-D4B5-CCF5573DB5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800" y="676430"/>
            <a:ext cx="3974400" cy="29808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899D91-268E-C3B4-86FD-D409542DB34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7600" y="3856872"/>
            <a:ext cx="3974400" cy="29808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9A432A2-6D24-0A2F-8EAC-7AC193CCB77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6200" y="676430"/>
            <a:ext cx="3974400" cy="29808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76B7937-E2A4-2E35-88E5-F25B7652E0E6}"/>
              </a:ext>
            </a:extLst>
          </p:cNvPr>
          <p:cNvSpPr txBox="1"/>
          <p:nvPr/>
        </p:nvSpPr>
        <p:spPr>
          <a:xfrm>
            <a:off x="923544" y="307098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100k (@1mW)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9C1C0B-2E88-19E6-30E6-6BF0626D8FD1}"/>
              </a:ext>
            </a:extLst>
          </p:cNvPr>
          <p:cNvSpPr txBox="1"/>
          <p:nvPr/>
        </p:nvSpPr>
        <p:spPr>
          <a:xfrm>
            <a:off x="4820412" y="27483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60k (@1mW)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EC5EFC-FDB0-B561-5CF0-86A15FEB4185}"/>
              </a:ext>
            </a:extLst>
          </p:cNvPr>
          <p:cNvSpPr txBox="1"/>
          <p:nvPr/>
        </p:nvSpPr>
        <p:spPr>
          <a:xfrm>
            <a:off x="8717280" y="27483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16k (@1mW) </a:t>
            </a:r>
          </a:p>
        </p:txBody>
      </p:sp>
    </p:spTree>
    <p:extLst>
      <p:ext uri="{BB962C8B-B14F-4D97-AF65-F5344CB8AC3E}">
        <p14:creationId xmlns:p14="http://schemas.microsoft.com/office/powerpoint/2010/main" val="33176258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B1BADE-8340-E6A8-2455-701C7A15C9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57" y="3648456"/>
            <a:ext cx="4215032" cy="31612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8783BE-698C-5996-471D-32C46269E5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57" y="588912"/>
            <a:ext cx="4215032" cy="31612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D48406-6243-4F5E-A687-7170DB6158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8484" y="3648456"/>
            <a:ext cx="4215032" cy="31612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636A4E-23F2-C199-BDA3-19F41DADEE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1936" y="588912"/>
            <a:ext cx="4215032" cy="316127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9A465B0-E260-561D-DECA-39A6B56C71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6968" y="3648456"/>
            <a:ext cx="4215032" cy="316127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E33847-42EB-58D0-6CA8-3CF61ACBA6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6968" y="588912"/>
            <a:ext cx="4215032" cy="316127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8D76BC5-4028-50C4-0286-5B39CFC1FE8B}"/>
              </a:ext>
            </a:extLst>
          </p:cNvPr>
          <p:cNvSpPr txBox="1"/>
          <p:nvPr/>
        </p:nvSpPr>
        <p:spPr>
          <a:xfrm>
            <a:off x="786384" y="307098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100k (@1mW)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69BC6B-1C4A-AA8C-F769-EE6278D7E9DD}"/>
              </a:ext>
            </a:extLst>
          </p:cNvPr>
          <p:cNvSpPr txBox="1"/>
          <p:nvPr/>
        </p:nvSpPr>
        <p:spPr>
          <a:xfrm>
            <a:off x="4683252" y="27483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60k (@1mW)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F15E2C-03F3-3EB6-B50E-420DB7A4336E}"/>
              </a:ext>
            </a:extLst>
          </p:cNvPr>
          <p:cNvSpPr txBox="1"/>
          <p:nvPr/>
        </p:nvSpPr>
        <p:spPr>
          <a:xfrm>
            <a:off x="8580120" y="27483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16k (@1mW) </a:t>
            </a:r>
          </a:p>
        </p:txBody>
      </p:sp>
    </p:spTree>
    <p:extLst>
      <p:ext uri="{BB962C8B-B14F-4D97-AF65-F5344CB8AC3E}">
        <p14:creationId xmlns:p14="http://schemas.microsoft.com/office/powerpoint/2010/main" val="1292238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9AEE88-EDBF-8A6A-F389-E287E205BC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684" y="1346086"/>
            <a:ext cx="5454316" cy="409073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A1E0DC7-8770-8983-B7A3-700FD119F8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6002" y="1346086"/>
            <a:ext cx="5454316" cy="40907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783300E-B2C2-064E-67C6-19797E046B0D}"/>
              </a:ext>
            </a:extLst>
          </p:cNvPr>
          <p:cNvSpPr txBox="1"/>
          <p:nvPr/>
        </p:nvSpPr>
        <p:spPr>
          <a:xfrm>
            <a:off x="4683252" y="27483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33k (@1mW) </a:t>
            </a:r>
          </a:p>
        </p:txBody>
      </p:sp>
    </p:spTree>
    <p:extLst>
      <p:ext uri="{BB962C8B-B14F-4D97-AF65-F5344CB8AC3E}">
        <p14:creationId xmlns:p14="http://schemas.microsoft.com/office/powerpoint/2010/main" val="20733868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48</Words>
  <Application>Microsoft Office PowerPoint</Application>
  <PresentationFormat>Widescreen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Gokul N P</dc:creator>
  <cp:lastModifiedBy>Gokul N P</cp:lastModifiedBy>
  <cp:revision>2</cp:revision>
  <dcterms:created xsi:type="dcterms:W3CDTF">2025-10-11T06:18:50Z</dcterms:created>
  <dcterms:modified xsi:type="dcterms:W3CDTF">2025-10-11T06:47:52Z</dcterms:modified>
</cp:coreProperties>
</file>